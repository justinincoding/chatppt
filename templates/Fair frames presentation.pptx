
<file path=[Content_Types].xml><?xml version="1.0" encoding="utf-8"?>
<Types xmlns="http://schemas.openxmlformats.org/package/2006/content-types">
  <Default Extension="xml" ContentType="application/xml"/>
  <Default Extension="png" ContentType="image/png"/>
  <Default Extension="rels" ContentType="application/vnd.openxmlformats-package.relationship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media/image2.svg" ContentType="image/svg+xml"/>
  <Override PartName="/ppt/media/image4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3"/>
  </p:notesMasterIdLst>
  <p:handoutMasterIdLst>
    <p:handoutMasterId r:id="rId4"/>
  </p:handoutMaster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548" autoAdjust="0"/>
    <p:restoredTop sz="94660" autoAdjust="0"/>
  </p:normalViewPr>
  <p:slideViewPr>
    <p:cSldViewPr snapToGrid="0">
      <p:cViewPr>
        <p:scale>
          <a:sx n="100" d="100"/>
          <a:sy n="100" d="100"/>
        </p:scale>
        <p:origin x="-216" y="-538"/>
      </p:cViewPr>
      <p:guideLst/>
    </p:cSldViewPr>
  </p:slideViewPr>
  <p:outlineViewPr>
    <p:cViewPr>
      <p:scale>
        <a:sx n="33" d="100"/>
        <a:sy n="33" d="100"/>
      </p:scale>
      <p:origin x="0" y="-11664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 snapToGrid="0">
      <p:cViewPr varScale="1">
        <p:scale>
          <a:sx n="67" d="100"/>
          <a:sy n="67" d="100"/>
        </p:scale>
        <p:origin x="3120" y="7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customXml" Target="../customXml/item2.xml"/><Relationship Id="rId8" Type="http://schemas.openxmlformats.org/officeDocument/2006/relationships/customXml" Target="../customXml/item1.xml"/><Relationship Id="rId7" Type="http://schemas.openxmlformats.org/officeDocument/2006/relationships/tableStyles" Target="tableStyles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handoutMaster" Target="handoutMasters/handoutMaster1.xml"/><Relationship Id="rId3" Type="http://schemas.openxmlformats.org/officeDocument/2006/relationships/notesMaster" Target="notesMasters/notesMaster1.xml"/><Relationship Id="rId2" Type="http://schemas.openxmlformats.org/officeDocument/2006/relationships/theme" Target="theme/theme1.xml"/><Relationship Id="rId10" Type="http://schemas.openxmlformats.org/officeDocument/2006/relationships/customXml" Target="../customXml/item3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84B9C3D-A6AA-4477-AC5E-4C46DDCA9DCD}" type="datetimeFigureOut">
              <a:rPr lang="en-US" smtClean="0"/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4DE28C3-D699-4CA0-B343-5111DC591998}" type="slidenum">
              <a:rPr lang="en-US" smtClean="0"/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3938646-CEA8-41F9-BD9F-D1FA107D99CC}" type="datetimeFigureOut">
              <a:rPr lang="en-US" smtClean="0"/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EB040C8-62D2-4EA7-B200-D3B8C06AAFD8}" type="slidenum">
              <a:rPr lang="en-US" smtClean="0"/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/>
          <p:cNvSpPr/>
          <p:nvPr userDrawn="1"/>
        </p:nvSpPr>
        <p:spPr>
          <a:xfrm>
            <a:off x="9683715" y="0"/>
            <a:ext cx="2497331" cy="685800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Rectangle 2"/>
          <p:cNvSpPr/>
          <p:nvPr userDrawn="1"/>
        </p:nvSpPr>
        <p:spPr>
          <a:xfrm>
            <a:off x="0" y="0"/>
            <a:ext cx="2527294" cy="685800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527301" y="1748633"/>
            <a:ext cx="7156415" cy="3360734"/>
          </a:xfrm>
        </p:spPr>
        <p:txBody>
          <a:bodyPr tIns="0" bIns="0" anchor="ctr">
            <a:noAutofit/>
          </a:bodyPr>
          <a:lstStyle>
            <a:lvl1pPr algn="ctr">
              <a:defRPr sz="540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Add title</a:t>
            </a:r>
            <a:endParaRPr lang="en-US" dirty="0"/>
          </a:p>
        </p:txBody>
      </p:sp>
      <p:sp>
        <p:nvSpPr>
          <p:cNvPr id="5" name="Rectangle 4"/>
          <p:cNvSpPr/>
          <p:nvPr userDrawn="1"/>
        </p:nvSpPr>
        <p:spPr>
          <a:xfrm>
            <a:off x="250825" y="254794"/>
            <a:ext cx="11690350" cy="6348413"/>
          </a:xfrm>
          <a:prstGeom prst="rect">
            <a:avLst/>
          </a:prstGeom>
          <a:noFill/>
          <a:ln w="4445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3" name="Group 12"/>
          <p:cNvGrpSpPr/>
          <p:nvPr userDrawn="1"/>
        </p:nvGrpSpPr>
        <p:grpSpPr>
          <a:xfrm>
            <a:off x="1971692" y="254794"/>
            <a:ext cx="8248616" cy="6367462"/>
            <a:chOff x="1689101" y="254794"/>
            <a:chExt cx="8248616" cy="6367462"/>
          </a:xfrm>
        </p:grpSpPr>
        <p:cxnSp>
          <p:nvCxnSpPr>
            <p:cNvPr id="6" name="Straight Connector 5"/>
            <p:cNvCxnSpPr/>
            <p:nvPr userDrawn="1"/>
          </p:nvCxnSpPr>
          <p:spPr>
            <a:xfrm>
              <a:off x="1689101" y="254794"/>
              <a:ext cx="0" cy="2799556"/>
            </a:xfrm>
            <a:prstGeom prst="line">
              <a:avLst/>
            </a:prstGeom>
            <a:ln w="4445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7"/>
            <p:cNvCxnSpPr/>
            <p:nvPr userDrawn="1"/>
          </p:nvCxnSpPr>
          <p:spPr>
            <a:xfrm>
              <a:off x="1689101" y="3822700"/>
              <a:ext cx="0" cy="2799556"/>
            </a:xfrm>
            <a:prstGeom prst="line">
              <a:avLst/>
            </a:prstGeom>
            <a:ln w="4445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 userDrawn="1"/>
          </p:nvCxnSpPr>
          <p:spPr>
            <a:xfrm>
              <a:off x="9937717" y="254794"/>
              <a:ext cx="0" cy="2799556"/>
            </a:xfrm>
            <a:prstGeom prst="line">
              <a:avLst/>
            </a:prstGeom>
            <a:ln w="4445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 userDrawn="1"/>
          </p:nvCxnSpPr>
          <p:spPr>
            <a:xfrm>
              <a:off x="9937717" y="3822700"/>
              <a:ext cx="0" cy="2799556"/>
            </a:xfrm>
            <a:prstGeom prst="line">
              <a:avLst/>
            </a:prstGeom>
            <a:ln w="4445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6" name="Group 15"/>
          <p:cNvGrpSpPr/>
          <p:nvPr userDrawn="1"/>
        </p:nvGrpSpPr>
        <p:grpSpPr>
          <a:xfrm>
            <a:off x="1971690" y="1543050"/>
            <a:ext cx="8248611" cy="3771900"/>
            <a:chOff x="2517792" y="1651000"/>
            <a:chExt cx="7165925" cy="3771900"/>
          </a:xfrm>
        </p:grpSpPr>
        <p:cxnSp>
          <p:nvCxnSpPr>
            <p:cNvPr id="12" name="Straight Connector 11"/>
            <p:cNvCxnSpPr/>
            <p:nvPr userDrawn="1"/>
          </p:nvCxnSpPr>
          <p:spPr>
            <a:xfrm>
              <a:off x="2527301" y="1651000"/>
              <a:ext cx="7156416" cy="0"/>
            </a:xfrm>
            <a:prstGeom prst="line">
              <a:avLst/>
            </a:prstGeom>
            <a:ln w="4445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/>
            <p:cNvCxnSpPr/>
            <p:nvPr userDrawn="1"/>
          </p:nvCxnSpPr>
          <p:spPr>
            <a:xfrm>
              <a:off x="2517792" y="5422900"/>
              <a:ext cx="7156416" cy="0"/>
            </a:xfrm>
            <a:prstGeom prst="line">
              <a:avLst/>
            </a:prstGeom>
            <a:ln w="4445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phic 3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1" b="51031"/>
          <a:stretch>
            <a:fillRect/>
          </a:stretch>
        </p:blipFill>
        <p:spPr>
          <a:xfrm rot="16200000">
            <a:off x="7083880" y="1749876"/>
            <a:ext cx="6858000" cy="3358241"/>
          </a:xfrm>
          <a:prstGeom prst="rect">
            <a:avLst/>
          </a:prstGeom>
        </p:spPr>
      </p:pic>
      <p:pic>
        <p:nvPicPr>
          <p:cNvPr id="3" name="Graphic 2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b="21667"/>
          <a:stretch>
            <a:fillRect/>
          </a:stretch>
        </p:blipFill>
        <p:spPr>
          <a:xfrm rot="5400000">
            <a:off x="-742950" y="742950"/>
            <a:ext cx="6858000" cy="53721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 rot="16200000">
            <a:off x="-1749423" y="2290758"/>
            <a:ext cx="6276974" cy="2276477"/>
          </a:xfrm>
          <a:effectLst/>
        </p:spPr>
        <p:txBody>
          <a:bodyPr tIns="0" bIns="0" anchor="ctr">
            <a:noAutofit/>
          </a:bodyPr>
          <a:lstStyle>
            <a:lvl1pPr algn="ctr">
              <a:defRPr sz="4000" b="0" cap="all" spc="0" baseline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Add title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2194590" y="3062287"/>
            <a:ext cx="665421" cy="766763"/>
          </a:xfrm>
          <a:prstGeom prst="rect">
            <a:avLst/>
          </a:prstGeom>
          <a:noFill/>
          <a:effectLst/>
        </p:spPr>
        <p:txBody>
          <a:bodyPr lIns="0" rIns="0"/>
          <a:lstStyle>
            <a:lvl1pPr algn="ctr">
              <a:defRPr lang="en-US" sz="1800" b="1" kern="1200" cap="all" spc="150" baseline="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fld id="{8A7A6979-0714-4377-B894-6BE4C2D6E202}" type="slidenum">
              <a:rPr lang="en-US" smtClean="0"/>
            </a:fld>
            <a:endParaRPr lang="en-US" dirty="0"/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 hasCustomPrompt="1"/>
          </p:nvPr>
        </p:nvSpPr>
        <p:spPr>
          <a:xfrm>
            <a:off x="5372100" y="892175"/>
            <a:ext cx="3461659" cy="5073650"/>
          </a:xfrm>
          <a:effectLst/>
        </p:spPr>
        <p:txBody>
          <a:bodyPr anchor="ctr">
            <a:normAutofit/>
          </a:bodyPr>
          <a:lstStyle>
            <a:lvl1pPr marL="0" indent="0" algn="ctr">
              <a:spcAft>
                <a:spcPts val="600"/>
              </a:spcAft>
              <a:buNone/>
              <a:defRPr sz="2400">
                <a:solidFill>
                  <a:schemeClr val="tx2"/>
                </a:solidFill>
              </a:defRPr>
            </a:lvl1pPr>
            <a:lvl2pPr marL="228600" indent="0" algn="ctr">
              <a:spcAft>
                <a:spcPts val="600"/>
              </a:spcAft>
              <a:buNone/>
              <a:defRPr sz="2000">
                <a:solidFill>
                  <a:schemeClr val="tx2"/>
                </a:solidFill>
              </a:defRPr>
            </a:lvl2pPr>
            <a:lvl3pPr marL="457200" indent="0" algn="ctr">
              <a:spcAft>
                <a:spcPts val="600"/>
              </a:spcAft>
              <a:buNone/>
              <a:defRPr sz="2000">
                <a:solidFill>
                  <a:schemeClr val="tx2"/>
                </a:solidFill>
              </a:defRPr>
            </a:lvl3pPr>
            <a:lvl4pPr marL="685800" indent="0" algn="ctr">
              <a:spcAft>
                <a:spcPts val="600"/>
              </a:spcAft>
              <a:buNone/>
              <a:defRPr sz="2000">
                <a:solidFill>
                  <a:schemeClr val="tx2"/>
                </a:solidFill>
              </a:defRPr>
            </a:lvl4pPr>
            <a:lvl5pPr marL="914400" indent="0" algn="ctr">
              <a:spcAft>
                <a:spcPts val="600"/>
              </a:spcAft>
              <a:buNone/>
              <a:defRPr sz="20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add content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20" name="Rectangle 19"/>
          <p:cNvSpPr/>
          <p:nvPr userDrawn="1"/>
        </p:nvSpPr>
        <p:spPr>
          <a:xfrm>
            <a:off x="250825" y="254794"/>
            <a:ext cx="11690350" cy="6348413"/>
          </a:xfrm>
          <a:prstGeom prst="rect">
            <a:avLst/>
          </a:prstGeom>
          <a:noFill/>
          <a:ln w="4445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21" name="Straight Connector 20"/>
          <p:cNvCxnSpPr/>
          <p:nvPr userDrawn="1"/>
        </p:nvCxnSpPr>
        <p:spPr>
          <a:xfrm>
            <a:off x="2527301" y="254794"/>
            <a:ext cx="0" cy="2799556"/>
          </a:xfrm>
          <a:prstGeom prst="line">
            <a:avLst/>
          </a:prstGeom>
          <a:ln w="444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/>
          <p:cNvCxnSpPr/>
          <p:nvPr userDrawn="1"/>
        </p:nvCxnSpPr>
        <p:spPr>
          <a:xfrm>
            <a:off x="2527301" y="3822700"/>
            <a:ext cx="0" cy="2799556"/>
          </a:xfrm>
          <a:prstGeom prst="line">
            <a:avLst/>
          </a:prstGeom>
          <a:ln w="444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1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icture Placeholder 15"/>
          <p:cNvSpPr>
            <a:spLocks noGrp="1"/>
          </p:cNvSpPr>
          <p:nvPr>
            <p:ph type="pic" sz="quarter" idx="10"/>
          </p:nvPr>
        </p:nvSpPr>
        <p:spPr>
          <a:xfrm>
            <a:off x="2" y="0"/>
            <a:ext cx="12191999" cy="6858000"/>
          </a:xfrm>
          <a:custGeom>
            <a:avLst/>
            <a:gdLst>
              <a:gd name="connsiteX0" fmla="*/ 9664698 w 12191999"/>
              <a:gd name="connsiteY0" fmla="*/ 0 h 6858000"/>
              <a:gd name="connsiteX1" fmla="*/ 12191999 w 12191999"/>
              <a:gd name="connsiteY1" fmla="*/ 0 h 6858000"/>
              <a:gd name="connsiteX2" fmla="*/ 12191999 w 12191999"/>
              <a:gd name="connsiteY2" fmla="*/ 6858000 h 6858000"/>
              <a:gd name="connsiteX3" fmla="*/ 9664698 w 12191999"/>
              <a:gd name="connsiteY3" fmla="*/ 6858000 h 6858000"/>
              <a:gd name="connsiteX4" fmla="*/ 0 w 12191999"/>
              <a:gd name="connsiteY4" fmla="*/ 0 h 6858000"/>
              <a:gd name="connsiteX5" fmla="*/ 2551176 w 12191999"/>
              <a:gd name="connsiteY5" fmla="*/ 0 h 6858000"/>
              <a:gd name="connsiteX6" fmla="*/ 2551176 w 12191999"/>
              <a:gd name="connsiteY6" fmla="*/ 6858000 h 6858000"/>
              <a:gd name="connsiteX7" fmla="*/ 0 w 12191999"/>
              <a:gd name="connsiteY7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1999" h="6858000">
                <a:moveTo>
                  <a:pt x="9664698" y="0"/>
                </a:moveTo>
                <a:lnTo>
                  <a:pt x="12191999" y="0"/>
                </a:lnTo>
                <a:lnTo>
                  <a:pt x="12191999" y="6858000"/>
                </a:lnTo>
                <a:lnTo>
                  <a:pt x="9664698" y="6858000"/>
                </a:lnTo>
                <a:close/>
                <a:moveTo>
                  <a:pt x="0" y="0"/>
                </a:moveTo>
                <a:lnTo>
                  <a:pt x="2551176" y="0"/>
                </a:lnTo>
                <a:lnTo>
                  <a:pt x="2551176" y="6858000"/>
                </a:lnTo>
                <a:lnTo>
                  <a:pt x="0" y="6858000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527301" y="1747287"/>
            <a:ext cx="7156415" cy="3363427"/>
          </a:xfrm>
        </p:spPr>
        <p:txBody>
          <a:bodyPr tIns="0" bIns="0" anchor="ctr">
            <a:noAutofit/>
          </a:bodyPr>
          <a:lstStyle>
            <a:lvl1pPr algn="ctr">
              <a:defRPr sz="440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Add title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2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Graphic 10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1" b="47888"/>
          <a:stretch>
            <a:fillRect/>
          </a:stretch>
        </p:blipFill>
        <p:spPr>
          <a:xfrm rot="16200000">
            <a:off x="6976110" y="1642110"/>
            <a:ext cx="6858000" cy="3573780"/>
          </a:xfrm>
          <a:prstGeom prst="rect">
            <a:avLst/>
          </a:prstGeom>
        </p:spPr>
      </p:pic>
      <p:pic>
        <p:nvPicPr>
          <p:cNvPr id="13" name="Graphic 12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1" b="47888"/>
          <a:stretch>
            <a:fillRect/>
          </a:stretch>
        </p:blipFill>
        <p:spPr>
          <a:xfrm rot="5400000">
            <a:off x="-1718310" y="1646872"/>
            <a:ext cx="6858000" cy="3573780"/>
          </a:xfrm>
          <a:prstGeom prst="rect">
            <a:avLst/>
          </a:prstGeom>
        </p:spPr>
      </p:pic>
      <p:sp>
        <p:nvSpPr>
          <p:cNvPr id="5" name="Rectangle 4"/>
          <p:cNvSpPr/>
          <p:nvPr userDrawn="1"/>
        </p:nvSpPr>
        <p:spPr>
          <a:xfrm>
            <a:off x="250825" y="254794"/>
            <a:ext cx="11690350" cy="6348413"/>
          </a:xfrm>
          <a:prstGeom prst="rect">
            <a:avLst/>
          </a:prstGeom>
          <a:noFill/>
          <a:ln w="4445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2"/>
              </a:solidFill>
            </a:endParaRPr>
          </a:p>
        </p:txBody>
      </p:sp>
      <p:cxnSp>
        <p:nvCxnSpPr>
          <p:cNvPr id="6" name="Straight Connector 5"/>
          <p:cNvCxnSpPr/>
          <p:nvPr userDrawn="1"/>
        </p:nvCxnSpPr>
        <p:spPr>
          <a:xfrm>
            <a:off x="2527301" y="254794"/>
            <a:ext cx="0" cy="2799556"/>
          </a:xfrm>
          <a:prstGeom prst="line">
            <a:avLst/>
          </a:prstGeom>
          <a:ln w="444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/>
          <p:cNvCxnSpPr/>
          <p:nvPr userDrawn="1"/>
        </p:nvCxnSpPr>
        <p:spPr>
          <a:xfrm>
            <a:off x="2527301" y="3822700"/>
            <a:ext cx="0" cy="2799556"/>
          </a:xfrm>
          <a:prstGeom prst="line">
            <a:avLst/>
          </a:prstGeom>
          <a:ln w="444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 userDrawn="1"/>
        </p:nvCxnSpPr>
        <p:spPr>
          <a:xfrm>
            <a:off x="9683717" y="254794"/>
            <a:ext cx="0" cy="2799556"/>
          </a:xfrm>
          <a:prstGeom prst="line">
            <a:avLst/>
          </a:prstGeom>
          <a:ln w="444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/>
          <p:cNvCxnSpPr/>
          <p:nvPr userDrawn="1"/>
        </p:nvCxnSpPr>
        <p:spPr>
          <a:xfrm>
            <a:off x="9683717" y="3822700"/>
            <a:ext cx="0" cy="2799556"/>
          </a:xfrm>
          <a:prstGeom prst="line">
            <a:avLst/>
          </a:prstGeom>
          <a:ln w="444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6" name="Group 15"/>
          <p:cNvGrpSpPr/>
          <p:nvPr userDrawn="1"/>
        </p:nvGrpSpPr>
        <p:grpSpPr>
          <a:xfrm>
            <a:off x="2517792" y="1543050"/>
            <a:ext cx="7165925" cy="3771900"/>
            <a:chOff x="2517792" y="1651000"/>
            <a:chExt cx="7165925" cy="3771900"/>
          </a:xfrm>
        </p:grpSpPr>
        <p:cxnSp>
          <p:nvCxnSpPr>
            <p:cNvPr id="12" name="Straight Connector 11"/>
            <p:cNvCxnSpPr/>
            <p:nvPr userDrawn="1"/>
          </p:nvCxnSpPr>
          <p:spPr>
            <a:xfrm>
              <a:off x="2527301" y="1651000"/>
              <a:ext cx="7156416" cy="0"/>
            </a:xfrm>
            <a:prstGeom prst="line">
              <a:avLst/>
            </a:prstGeom>
            <a:ln w="4445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/>
            <p:cNvCxnSpPr/>
            <p:nvPr userDrawn="1"/>
          </p:nvCxnSpPr>
          <p:spPr>
            <a:xfrm>
              <a:off x="2517792" y="5422900"/>
              <a:ext cx="7156416" cy="0"/>
            </a:xfrm>
            <a:prstGeom prst="line">
              <a:avLst/>
            </a:prstGeom>
            <a:ln w="4445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27301" y="1786422"/>
            <a:ext cx="7156415" cy="2260117"/>
          </a:xfrm>
        </p:spPr>
        <p:txBody>
          <a:bodyPr tIns="0" bIns="0" anchor="b">
            <a:noAutofit/>
          </a:bodyPr>
          <a:lstStyle>
            <a:lvl1pPr algn="ctr">
              <a:defRPr sz="44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3"/>
          <p:cNvSpPr>
            <a:spLocks noGrp="1"/>
          </p:cNvSpPr>
          <p:nvPr>
            <p:ph type="body" sz="quarter" idx="15" hasCustomPrompt="1"/>
          </p:nvPr>
        </p:nvSpPr>
        <p:spPr>
          <a:xfrm>
            <a:off x="2527299" y="4145100"/>
            <a:ext cx="7137395" cy="735012"/>
          </a:xfrm>
        </p:spPr>
        <p:txBody>
          <a:bodyPr anchor="ctr">
            <a:normAutofit/>
          </a:bodyPr>
          <a:lstStyle>
            <a:lvl1pPr marL="0" indent="0" algn="ctr">
              <a:buNone/>
              <a:defRPr sz="2400">
                <a:solidFill>
                  <a:schemeClr val="tx2"/>
                </a:solidFill>
              </a:defRPr>
            </a:lvl1pPr>
            <a:lvl2pPr marL="228600" indent="0" algn="ctr">
              <a:buNone/>
              <a:defRPr/>
            </a:lvl2pPr>
            <a:lvl3pPr marL="457200" indent="0" algn="ctr">
              <a:buNone/>
              <a:defRPr/>
            </a:lvl3pPr>
            <a:lvl4pPr marL="685800" indent="0" algn="ctr">
              <a:buNone/>
              <a:defRPr/>
            </a:lvl4pPr>
            <a:lvl5pPr marL="914400" indent="0" algn="ctr">
              <a:buNone/>
              <a:defRPr/>
            </a:lvl5pPr>
          </a:lstStyle>
          <a:p>
            <a:pPr lvl="0"/>
            <a:r>
              <a:rPr lang="en-US" dirty="0"/>
              <a:t>Click to add subtitle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duction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/>
          <p:cNvSpPr/>
          <p:nvPr userDrawn="1"/>
        </p:nvSpPr>
        <p:spPr>
          <a:xfrm>
            <a:off x="1" y="0"/>
            <a:ext cx="4405568" cy="685800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 rot="16200000">
            <a:off x="-1749423" y="2290758"/>
            <a:ext cx="6276974" cy="2276477"/>
          </a:xfrm>
          <a:effectLst/>
        </p:spPr>
        <p:txBody>
          <a:bodyPr tIns="0" bIns="0" anchor="ctr">
            <a:noAutofit/>
          </a:bodyPr>
          <a:lstStyle>
            <a:lvl1pPr algn="ctr">
              <a:defRPr sz="4000" b="0" cap="all" spc="0" baseline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Add title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2194590" y="3062287"/>
            <a:ext cx="665421" cy="766763"/>
          </a:xfrm>
          <a:prstGeom prst="rect">
            <a:avLst/>
          </a:prstGeom>
          <a:noFill/>
          <a:effectLst/>
        </p:spPr>
        <p:txBody>
          <a:bodyPr lIns="0" rIns="0"/>
          <a:lstStyle>
            <a:lvl1pPr algn="ctr">
              <a:defRPr lang="en-US" sz="1800" b="1" kern="1200" cap="all" spc="150" baseline="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fld id="{8A7A6979-0714-4377-B894-6BE4C2D6E202}" type="slidenum">
              <a:rPr lang="en-US" smtClean="0"/>
            </a:fld>
            <a:endParaRPr lang="en-US" dirty="0"/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 hasCustomPrompt="1"/>
          </p:nvPr>
        </p:nvSpPr>
        <p:spPr>
          <a:xfrm>
            <a:off x="4851400" y="892175"/>
            <a:ext cx="6617592" cy="5073650"/>
          </a:xfrm>
          <a:effectLst/>
        </p:spPr>
        <p:txBody>
          <a:bodyPr anchor="ctr">
            <a:normAutofit/>
          </a:bodyPr>
          <a:lstStyle>
            <a:lvl1pPr marL="0" indent="0" algn="l">
              <a:spcAft>
                <a:spcPts val="1200"/>
              </a:spcAft>
              <a:buNone/>
              <a:defRPr sz="1800">
                <a:solidFill>
                  <a:schemeClr val="tx2"/>
                </a:solidFill>
              </a:defRPr>
            </a:lvl1pPr>
            <a:lvl2pPr marL="228600" indent="0" algn="l">
              <a:spcAft>
                <a:spcPts val="1200"/>
              </a:spcAft>
              <a:buNone/>
              <a:defRPr sz="1800">
                <a:solidFill>
                  <a:schemeClr val="tx2"/>
                </a:solidFill>
              </a:defRPr>
            </a:lvl2pPr>
            <a:lvl3pPr marL="457200" indent="0" algn="l">
              <a:spcAft>
                <a:spcPts val="1200"/>
              </a:spcAft>
              <a:buNone/>
              <a:defRPr sz="1800">
                <a:solidFill>
                  <a:schemeClr val="tx2"/>
                </a:solidFill>
              </a:defRPr>
            </a:lvl3pPr>
            <a:lvl4pPr marL="685800" indent="0" algn="l">
              <a:spcAft>
                <a:spcPts val="1200"/>
              </a:spcAft>
              <a:buNone/>
              <a:defRPr sz="1800">
                <a:solidFill>
                  <a:schemeClr val="tx2"/>
                </a:solidFill>
              </a:defRPr>
            </a:lvl4pPr>
            <a:lvl5pPr marL="914400" indent="0" algn="l">
              <a:spcAft>
                <a:spcPts val="1200"/>
              </a:spcAft>
              <a:buNone/>
              <a:defRPr sz="18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add content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20" name="Rectangle 19"/>
          <p:cNvSpPr/>
          <p:nvPr userDrawn="1"/>
        </p:nvSpPr>
        <p:spPr>
          <a:xfrm>
            <a:off x="250825" y="254794"/>
            <a:ext cx="11690350" cy="6348413"/>
          </a:xfrm>
          <a:prstGeom prst="rect">
            <a:avLst/>
          </a:prstGeom>
          <a:noFill/>
          <a:ln w="4445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21" name="Straight Connector 20"/>
          <p:cNvCxnSpPr/>
          <p:nvPr userDrawn="1"/>
        </p:nvCxnSpPr>
        <p:spPr>
          <a:xfrm>
            <a:off x="2527301" y="254794"/>
            <a:ext cx="0" cy="2799556"/>
          </a:xfrm>
          <a:prstGeom prst="line">
            <a:avLst/>
          </a:prstGeom>
          <a:ln w="444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/>
          <p:cNvCxnSpPr/>
          <p:nvPr userDrawn="1"/>
        </p:nvCxnSpPr>
        <p:spPr>
          <a:xfrm>
            <a:off x="2527301" y="3822700"/>
            <a:ext cx="0" cy="2799556"/>
          </a:xfrm>
          <a:prstGeom prst="line">
            <a:avLst/>
          </a:prstGeom>
          <a:ln w="444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3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12"/>
          <p:cNvSpPr>
            <a:spLocks noGrp="1"/>
          </p:cNvSpPr>
          <p:nvPr>
            <p:ph type="pic" sz="quarter" idx="16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3086100 h 6858000"/>
              <a:gd name="connsiteX1" fmla="*/ 4375405 w 12192000"/>
              <a:gd name="connsiteY1" fmla="*/ 6858000 h 6858000"/>
              <a:gd name="connsiteX2" fmla="*/ 0 w 12192000"/>
              <a:gd name="connsiteY2" fmla="*/ 6858000 h 6858000"/>
              <a:gd name="connsiteX3" fmla="*/ 7816598 w 12192000"/>
              <a:gd name="connsiteY3" fmla="*/ 0 h 6858000"/>
              <a:gd name="connsiteX4" fmla="*/ 12192000 w 12192000"/>
              <a:gd name="connsiteY4" fmla="*/ 0 h 6858000"/>
              <a:gd name="connsiteX5" fmla="*/ 12192000 w 12192000"/>
              <a:gd name="connsiteY5" fmla="*/ 3771898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192000" h="6858000">
                <a:moveTo>
                  <a:pt x="0" y="3086100"/>
                </a:moveTo>
                <a:lnTo>
                  <a:pt x="4375405" y="6858000"/>
                </a:lnTo>
                <a:lnTo>
                  <a:pt x="0" y="6858000"/>
                </a:lnTo>
                <a:close/>
                <a:moveTo>
                  <a:pt x="7816598" y="0"/>
                </a:moveTo>
                <a:lnTo>
                  <a:pt x="12192000" y="0"/>
                </a:lnTo>
                <a:lnTo>
                  <a:pt x="12192000" y="3771898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527301" y="1786421"/>
            <a:ext cx="7156415" cy="2258568"/>
          </a:xfrm>
        </p:spPr>
        <p:txBody>
          <a:bodyPr tIns="0" bIns="0" anchor="b">
            <a:noAutofit/>
          </a:bodyPr>
          <a:lstStyle>
            <a:lvl1pPr algn="ctr">
              <a:defRPr sz="440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Add title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5" hasCustomPrompt="1"/>
          </p:nvPr>
        </p:nvSpPr>
        <p:spPr>
          <a:xfrm>
            <a:off x="2527299" y="4142232"/>
            <a:ext cx="7156415" cy="735012"/>
          </a:xfrm>
        </p:spPr>
        <p:txBody>
          <a:bodyPr anchor="ctr">
            <a:normAutofit/>
          </a:bodyPr>
          <a:lstStyle>
            <a:lvl1pPr marL="0" indent="0" algn="ctr">
              <a:buNone/>
              <a:defRPr sz="2400">
                <a:solidFill>
                  <a:schemeClr val="tx2"/>
                </a:solidFill>
              </a:defRPr>
            </a:lvl1pPr>
            <a:lvl2pPr marL="228600" indent="0" algn="ctr">
              <a:buNone/>
              <a:defRPr/>
            </a:lvl2pPr>
            <a:lvl3pPr marL="457200" indent="0" algn="ctr">
              <a:buNone/>
              <a:defRPr/>
            </a:lvl3pPr>
            <a:lvl4pPr marL="685800" indent="0" algn="ctr">
              <a:buNone/>
              <a:defRPr/>
            </a:lvl4pPr>
            <a:lvl5pPr marL="914400" indent="0" algn="ctr">
              <a:buNone/>
              <a:defRPr/>
            </a:lvl5pPr>
          </a:lstStyle>
          <a:p>
            <a:pPr lvl="0"/>
            <a:r>
              <a:rPr lang="en-US" dirty="0"/>
              <a:t>Click to add subtitle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Freeform: Shape 38"/>
          <p:cNvSpPr/>
          <p:nvPr userDrawn="1"/>
        </p:nvSpPr>
        <p:spPr>
          <a:xfrm>
            <a:off x="0" y="0"/>
            <a:ext cx="3987468" cy="6858000"/>
          </a:xfrm>
          <a:custGeom>
            <a:avLst/>
            <a:gdLst>
              <a:gd name="connsiteX0" fmla="*/ 0 w 3987468"/>
              <a:gd name="connsiteY0" fmla="*/ 0 h 6858000"/>
              <a:gd name="connsiteX1" fmla="*/ 2450595 w 3987468"/>
              <a:gd name="connsiteY1" fmla="*/ 0 h 6858000"/>
              <a:gd name="connsiteX2" fmla="*/ 2774950 w 3987468"/>
              <a:gd name="connsiteY2" fmla="*/ 0 h 6858000"/>
              <a:gd name="connsiteX3" fmla="*/ 3146901 w 3987468"/>
              <a:gd name="connsiteY3" fmla="*/ 0 h 6858000"/>
              <a:gd name="connsiteX4" fmla="*/ 3152237 w 3987468"/>
              <a:gd name="connsiteY4" fmla="*/ 1372 h 6858000"/>
              <a:gd name="connsiteX5" fmla="*/ 3987468 w 3987468"/>
              <a:gd name="connsiteY5" fmla="*/ 1136650 h 6858000"/>
              <a:gd name="connsiteX6" fmla="*/ 3261452 w 3987468"/>
              <a:gd name="connsiteY6" fmla="*/ 2231955 h 6858000"/>
              <a:gd name="connsiteX7" fmla="*/ 3097572 w 3987468"/>
              <a:gd name="connsiteY7" fmla="*/ 2282826 h 6858000"/>
              <a:gd name="connsiteX8" fmla="*/ 3261452 w 3987468"/>
              <a:gd name="connsiteY8" fmla="*/ 2333697 h 6858000"/>
              <a:gd name="connsiteX9" fmla="*/ 3987468 w 3987468"/>
              <a:gd name="connsiteY9" fmla="*/ 3429001 h 6858000"/>
              <a:gd name="connsiteX10" fmla="*/ 3261452 w 3987468"/>
              <a:gd name="connsiteY10" fmla="*/ 4524306 h 6858000"/>
              <a:gd name="connsiteX11" fmla="*/ 3097574 w 3987468"/>
              <a:gd name="connsiteY11" fmla="*/ 4575176 h 6858000"/>
              <a:gd name="connsiteX12" fmla="*/ 3261452 w 3987468"/>
              <a:gd name="connsiteY12" fmla="*/ 4626047 h 6858000"/>
              <a:gd name="connsiteX13" fmla="*/ 3987468 w 3987468"/>
              <a:gd name="connsiteY13" fmla="*/ 5721351 h 6858000"/>
              <a:gd name="connsiteX14" fmla="*/ 3152237 w 3987468"/>
              <a:gd name="connsiteY14" fmla="*/ 6856629 h 6858000"/>
              <a:gd name="connsiteX15" fmla="*/ 3146905 w 3987468"/>
              <a:gd name="connsiteY15" fmla="*/ 6858000 h 6858000"/>
              <a:gd name="connsiteX16" fmla="*/ 2774950 w 3987468"/>
              <a:gd name="connsiteY16" fmla="*/ 6858000 h 6858000"/>
              <a:gd name="connsiteX17" fmla="*/ 2450591 w 3987468"/>
              <a:gd name="connsiteY17" fmla="*/ 6858000 h 6858000"/>
              <a:gd name="connsiteX18" fmla="*/ 0 w 3987468"/>
              <a:gd name="connsiteY18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3987468" h="6858000">
                <a:moveTo>
                  <a:pt x="0" y="0"/>
                </a:moveTo>
                <a:lnTo>
                  <a:pt x="2450595" y="0"/>
                </a:lnTo>
                <a:lnTo>
                  <a:pt x="2774950" y="0"/>
                </a:lnTo>
                <a:lnTo>
                  <a:pt x="3146901" y="0"/>
                </a:lnTo>
                <a:lnTo>
                  <a:pt x="3152237" y="1372"/>
                </a:lnTo>
                <a:cubicBezTo>
                  <a:pt x="3636128" y="151878"/>
                  <a:pt x="3987468" y="603234"/>
                  <a:pt x="3987468" y="1136650"/>
                </a:cubicBezTo>
                <a:cubicBezTo>
                  <a:pt x="3987468" y="1629034"/>
                  <a:pt x="3688101" y="2051497"/>
                  <a:pt x="3261452" y="2231955"/>
                </a:cubicBezTo>
                <a:lnTo>
                  <a:pt x="3097572" y="2282826"/>
                </a:lnTo>
                <a:lnTo>
                  <a:pt x="3261452" y="2333697"/>
                </a:lnTo>
                <a:cubicBezTo>
                  <a:pt x="3688101" y="2514154"/>
                  <a:pt x="3987468" y="2936617"/>
                  <a:pt x="3987468" y="3429001"/>
                </a:cubicBezTo>
                <a:cubicBezTo>
                  <a:pt x="3987468" y="3921385"/>
                  <a:pt x="3688101" y="4343848"/>
                  <a:pt x="3261452" y="4524306"/>
                </a:cubicBezTo>
                <a:lnTo>
                  <a:pt x="3097574" y="4575176"/>
                </a:lnTo>
                <a:lnTo>
                  <a:pt x="3261452" y="4626047"/>
                </a:lnTo>
                <a:cubicBezTo>
                  <a:pt x="3688101" y="4806504"/>
                  <a:pt x="3987468" y="5228967"/>
                  <a:pt x="3987468" y="5721351"/>
                </a:cubicBezTo>
                <a:cubicBezTo>
                  <a:pt x="3987468" y="6254767"/>
                  <a:pt x="3636128" y="6706123"/>
                  <a:pt x="3152237" y="6856629"/>
                </a:cubicBezTo>
                <a:lnTo>
                  <a:pt x="3146905" y="6858000"/>
                </a:lnTo>
                <a:lnTo>
                  <a:pt x="2774950" y="6858000"/>
                </a:lnTo>
                <a:lnTo>
                  <a:pt x="2450591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7" name="Rectangle 16"/>
          <p:cNvSpPr/>
          <p:nvPr userDrawn="1"/>
        </p:nvSpPr>
        <p:spPr>
          <a:xfrm>
            <a:off x="250825" y="254794"/>
            <a:ext cx="11690350" cy="6348413"/>
          </a:xfrm>
          <a:prstGeom prst="rect">
            <a:avLst/>
          </a:prstGeom>
          <a:noFill/>
          <a:ln w="4445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8" name="Straight Connector 17"/>
          <p:cNvCxnSpPr/>
          <p:nvPr userDrawn="1"/>
        </p:nvCxnSpPr>
        <p:spPr>
          <a:xfrm>
            <a:off x="2527301" y="254794"/>
            <a:ext cx="0" cy="2799556"/>
          </a:xfrm>
          <a:prstGeom prst="line">
            <a:avLst/>
          </a:prstGeom>
          <a:ln w="444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 userDrawn="1"/>
        </p:nvCxnSpPr>
        <p:spPr>
          <a:xfrm>
            <a:off x="2527301" y="3822700"/>
            <a:ext cx="0" cy="2799556"/>
          </a:xfrm>
          <a:prstGeom prst="line">
            <a:avLst/>
          </a:prstGeom>
          <a:ln w="444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itle 1"/>
          <p:cNvSpPr>
            <a:spLocks noGrp="1"/>
          </p:cNvSpPr>
          <p:nvPr>
            <p:ph type="title" hasCustomPrompt="1"/>
          </p:nvPr>
        </p:nvSpPr>
        <p:spPr>
          <a:xfrm rot="16200000">
            <a:off x="-1749423" y="2290758"/>
            <a:ext cx="6276974" cy="2276477"/>
          </a:xfrm>
          <a:effectLst/>
        </p:spPr>
        <p:txBody>
          <a:bodyPr tIns="0" bIns="0" anchor="ctr">
            <a:noAutofit/>
          </a:bodyPr>
          <a:lstStyle>
            <a:lvl1pPr algn="ctr">
              <a:defRPr sz="4000" b="0" cap="all" spc="0" baseline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Add title</a:t>
            </a:r>
            <a:endParaRPr lang="en-US" dirty="0"/>
          </a:p>
        </p:txBody>
      </p:sp>
      <p:sp>
        <p:nvSpPr>
          <p:cNvPr id="16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2194590" y="3062287"/>
            <a:ext cx="665421" cy="766763"/>
          </a:xfrm>
          <a:prstGeom prst="rect">
            <a:avLst/>
          </a:prstGeom>
          <a:noFill/>
          <a:effectLst/>
        </p:spPr>
        <p:txBody>
          <a:bodyPr lIns="0" rIns="0"/>
          <a:lstStyle>
            <a:lvl1pPr algn="ctr">
              <a:defRPr lang="en-US" sz="1800" b="1" kern="1200" cap="all" spc="150" baseline="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fld id="{8A7A6979-0714-4377-B894-6BE4C2D6E202}" type="slidenum">
              <a:rPr lang="en-US" smtClean="0"/>
            </a:fld>
            <a:endParaRPr lang="en-US" dirty="0"/>
          </a:p>
        </p:txBody>
      </p:sp>
      <p:sp>
        <p:nvSpPr>
          <p:cNvPr id="10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4465411" y="765810"/>
            <a:ext cx="7029933" cy="2471470"/>
          </a:xfrm>
        </p:spPr>
        <p:txBody>
          <a:bodyPr>
            <a:normAutofit/>
          </a:bodyPr>
          <a:lstStyle>
            <a:lvl1pPr marL="0" indent="0">
              <a:spcAft>
                <a:spcPts val="600"/>
              </a:spcAft>
              <a:buNone/>
              <a:defRPr sz="1800">
                <a:solidFill>
                  <a:schemeClr val="tx2"/>
                </a:solidFill>
              </a:defRPr>
            </a:lvl1pPr>
            <a:lvl2pPr marL="228600">
              <a:spcAft>
                <a:spcPts val="600"/>
              </a:spcAft>
              <a:defRPr sz="1800">
                <a:solidFill>
                  <a:schemeClr val="tx2"/>
                </a:solidFill>
              </a:defRPr>
            </a:lvl2pPr>
            <a:lvl3pPr>
              <a:spcAft>
                <a:spcPts val="600"/>
              </a:spcAft>
              <a:defRPr sz="1800">
                <a:solidFill>
                  <a:schemeClr val="tx2"/>
                </a:solidFill>
              </a:defRPr>
            </a:lvl3pPr>
            <a:lvl4pPr>
              <a:spcAft>
                <a:spcPts val="600"/>
              </a:spcAft>
              <a:defRPr sz="1800">
                <a:solidFill>
                  <a:schemeClr val="tx2"/>
                </a:solidFill>
              </a:defRPr>
            </a:lvl4pPr>
            <a:lvl5pPr>
              <a:spcAft>
                <a:spcPts val="600"/>
              </a:spcAft>
              <a:defRPr sz="18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add content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  <a:p>
            <a:pPr lvl="1"/>
            <a:endParaRPr lang="en-US" dirty="0"/>
          </a:p>
        </p:txBody>
      </p:sp>
      <p:sp>
        <p:nvSpPr>
          <p:cNvPr id="24" name="Content Placeholder 3"/>
          <p:cNvSpPr>
            <a:spLocks noGrp="1"/>
          </p:cNvSpPr>
          <p:nvPr>
            <p:ph sz="half" idx="14" hasCustomPrompt="1"/>
          </p:nvPr>
        </p:nvSpPr>
        <p:spPr>
          <a:xfrm>
            <a:off x="4465411" y="3599130"/>
            <a:ext cx="7029933" cy="2471470"/>
          </a:xfrm>
        </p:spPr>
        <p:txBody>
          <a:bodyPr>
            <a:normAutofit/>
          </a:bodyPr>
          <a:lstStyle>
            <a:lvl1pPr marL="0" indent="0">
              <a:spcAft>
                <a:spcPts val="600"/>
              </a:spcAft>
              <a:buNone/>
              <a:defRPr sz="1800">
                <a:solidFill>
                  <a:schemeClr val="tx2"/>
                </a:solidFill>
              </a:defRPr>
            </a:lvl1pPr>
            <a:lvl2pPr marL="228600">
              <a:spcAft>
                <a:spcPts val="600"/>
              </a:spcAft>
              <a:defRPr sz="1800">
                <a:solidFill>
                  <a:schemeClr val="tx2"/>
                </a:solidFill>
              </a:defRPr>
            </a:lvl2pPr>
            <a:lvl3pPr>
              <a:spcAft>
                <a:spcPts val="600"/>
              </a:spcAft>
              <a:defRPr sz="1800">
                <a:solidFill>
                  <a:schemeClr val="tx2"/>
                </a:solidFill>
              </a:defRPr>
            </a:lvl3pPr>
            <a:lvl4pPr>
              <a:spcAft>
                <a:spcPts val="600"/>
              </a:spcAft>
              <a:defRPr sz="1800">
                <a:solidFill>
                  <a:schemeClr val="tx2"/>
                </a:solidFill>
              </a:defRPr>
            </a:lvl4pPr>
            <a:lvl5pPr>
              <a:spcAft>
                <a:spcPts val="600"/>
              </a:spcAft>
              <a:defRPr sz="18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add content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  <a:p>
            <a:pPr lvl="1"/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2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: Shape 2"/>
          <p:cNvSpPr/>
          <p:nvPr userDrawn="1"/>
        </p:nvSpPr>
        <p:spPr>
          <a:xfrm>
            <a:off x="0" y="-29052"/>
            <a:ext cx="3634741" cy="6949440"/>
          </a:xfrm>
          <a:custGeom>
            <a:avLst/>
            <a:gdLst>
              <a:gd name="connsiteX0" fmla="*/ 160021 w 3634741"/>
              <a:gd name="connsiteY0" fmla="*/ 0 h 6949440"/>
              <a:gd name="connsiteX1" fmla="*/ 3634741 w 3634741"/>
              <a:gd name="connsiteY1" fmla="*/ 3474720 h 6949440"/>
              <a:gd name="connsiteX2" fmla="*/ 160021 w 3634741"/>
              <a:gd name="connsiteY2" fmla="*/ 6949440 h 6949440"/>
              <a:gd name="connsiteX3" fmla="*/ 0 w 3634741"/>
              <a:gd name="connsiteY3" fmla="*/ 6941360 h 6949440"/>
              <a:gd name="connsiteX4" fmla="*/ 0 w 3634741"/>
              <a:gd name="connsiteY4" fmla="*/ 8081 h 69494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634741" h="6949440">
                <a:moveTo>
                  <a:pt x="160021" y="0"/>
                </a:moveTo>
                <a:cubicBezTo>
                  <a:pt x="2079056" y="0"/>
                  <a:pt x="3634741" y="1555685"/>
                  <a:pt x="3634741" y="3474720"/>
                </a:cubicBezTo>
                <a:cubicBezTo>
                  <a:pt x="3634741" y="5393755"/>
                  <a:pt x="2079056" y="6949440"/>
                  <a:pt x="160021" y="6949440"/>
                </a:cubicBezTo>
                <a:lnTo>
                  <a:pt x="0" y="6941360"/>
                </a:lnTo>
                <a:lnTo>
                  <a:pt x="0" y="8081"/>
                </a:ln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7" name="Rectangle 16"/>
          <p:cNvSpPr/>
          <p:nvPr userDrawn="1"/>
        </p:nvSpPr>
        <p:spPr>
          <a:xfrm>
            <a:off x="250825" y="254794"/>
            <a:ext cx="11690350" cy="6348413"/>
          </a:xfrm>
          <a:prstGeom prst="rect">
            <a:avLst/>
          </a:prstGeom>
          <a:noFill/>
          <a:ln w="4445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8" name="Straight Connector 17"/>
          <p:cNvCxnSpPr/>
          <p:nvPr userDrawn="1"/>
        </p:nvCxnSpPr>
        <p:spPr>
          <a:xfrm>
            <a:off x="2527301" y="254794"/>
            <a:ext cx="0" cy="2799556"/>
          </a:xfrm>
          <a:prstGeom prst="line">
            <a:avLst/>
          </a:prstGeom>
          <a:ln w="444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 userDrawn="1"/>
        </p:nvCxnSpPr>
        <p:spPr>
          <a:xfrm>
            <a:off x="2527301" y="3822700"/>
            <a:ext cx="0" cy="2799556"/>
          </a:xfrm>
          <a:prstGeom prst="line">
            <a:avLst/>
          </a:prstGeom>
          <a:ln w="444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itle 1"/>
          <p:cNvSpPr>
            <a:spLocks noGrp="1"/>
          </p:cNvSpPr>
          <p:nvPr>
            <p:ph type="title" hasCustomPrompt="1"/>
          </p:nvPr>
        </p:nvSpPr>
        <p:spPr>
          <a:xfrm rot="16200000">
            <a:off x="-1749423" y="2290758"/>
            <a:ext cx="6276974" cy="2276477"/>
          </a:xfrm>
          <a:effectLst/>
        </p:spPr>
        <p:txBody>
          <a:bodyPr tIns="0" bIns="0" anchor="ctr">
            <a:noAutofit/>
          </a:bodyPr>
          <a:lstStyle>
            <a:lvl1pPr algn="ctr">
              <a:defRPr sz="4000" b="0" cap="all" spc="0" baseline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Add title</a:t>
            </a:r>
            <a:endParaRPr lang="en-US" dirty="0"/>
          </a:p>
        </p:txBody>
      </p:sp>
      <p:sp>
        <p:nvSpPr>
          <p:cNvPr id="16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2194590" y="3062287"/>
            <a:ext cx="665421" cy="766763"/>
          </a:xfrm>
          <a:prstGeom prst="rect">
            <a:avLst/>
          </a:prstGeom>
          <a:noFill/>
          <a:effectLst/>
        </p:spPr>
        <p:txBody>
          <a:bodyPr lIns="0" rIns="0"/>
          <a:lstStyle>
            <a:lvl1pPr algn="ctr">
              <a:defRPr lang="en-US" sz="1800" b="1" kern="1200" cap="all" spc="150" baseline="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fld id="{8A7A6979-0714-4377-B894-6BE4C2D6E202}" type="slidenum">
              <a:rPr lang="en-US" smtClean="0"/>
            </a:fld>
            <a:endParaRPr lang="en-US" dirty="0"/>
          </a:p>
        </p:txBody>
      </p:sp>
      <p:sp>
        <p:nvSpPr>
          <p:cNvPr id="10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4080572" y="1483837"/>
            <a:ext cx="2929829" cy="3890326"/>
          </a:xfrm>
        </p:spPr>
        <p:txBody>
          <a:bodyPr>
            <a:normAutofit/>
          </a:bodyPr>
          <a:lstStyle>
            <a:lvl1pPr marL="285750" indent="-285750">
              <a:spcAft>
                <a:spcPts val="600"/>
              </a:spcAft>
              <a:buFont typeface="Arial" panose="020B0604020202090204" pitchFamily="34" charset="0"/>
              <a:buChar char="•"/>
              <a:defRPr sz="1800">
                <a:solidFill>
                  <a:schemeClr val="tx2"/>
                </a:solidFill>
              </a:defRPr>
            </a:lvl1pPr>
            <a:lvl2pPr marL="514350" indent="-285750">
              <a:spcAft>
                <a:spcPts val="600"/>
              </a:spcAft>
              <a:buFont typeface="Arial" panose="020B0604020202090204" pitchFamily="34" charset="0"/>
              <a:buChar char="•"/>
              <a:defRPr sz="1800">
                <a:solidFill>
                  <a:schemeClr val="tx2"/>
                </a:solidFill>
              </a:defRPr>
            </a:lvl2pPr>
            <a:lvl3pPr>
              <a:spcAft>
                <a:spcPts val="600"/>
              </a:spcAft>
              <a:defRPr sz="1800">
                <a:solidFill>
                  <a:schemeClr val="tx2"/>
                </a:solidFill>
              </a:defRPr>
            </a:lvl3pPr>
            <a:lvl4pPr>
              <a:spcAft>
                <a:spcPts val="600"/>
              </a:spcAft>
              <a:defRPr sz="1800">
                <a:solidFill>
                  <a:schemeClr val="tx2"/>
                </a:solidFill>
              </a:defRPr>
            </a:lvl4pPr>
            <a:lvl5pPr>
              <a:spcAft>
                <a:spcPts val="600"/>
              </a:spcAft>
              <a:defRPr sz="18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add content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  <a:p>
            <a:pPr lvl="1"/>
            <a:endParaRPr lang="en-US" dirty="0"/>
          </a:p>
        </p:txBody>
      </p:sp>
      <p:sp>
        <p:nvSpPr>
          <p:cNvPr id="24" name="Content Placeholder 3"/>
          <p:cNvSpPr>
            <a:spLocks noGrp="1"/>
          </p:cNvSpPr>
          <p:nvPr>
            <p:ph sz="half" idx="14" hasCustomPrompt="1"/>
          </p:nvPr>
        </p:nvSpPr>
        <p:spPr>
          <a:xfrm>
            <a:off x="7261226" y="1483837"/>
            <a:ext cx="4234117" cy="3890326"/>
          </a:xfrm>
        </p:spPr>
        <p:txBody>
          <a:bodyPr>
            <a:normAutofit/>
          </a:bodyPr>
          <a:lstStyle>
            <a:lvl1pPr marL="0" indent="0">
              <a:spcAft>
                <a:spcPts val="600"/>
              </a:spcAft>
              <a:buFont typeface="Arial" panose="020B0604020202090204" pitchFamily="34" charset="0"/>
              <a:buNone/>
              <a:defRPr sz="1800">
                <a:solidFill>
                  <a:schemeClr val="tx2"/>
                </a:solidFill>
              </a:defRPr>
            </a:lvl1pPr>
            <a:lvl2pPr marL="283210" indent="-283210">
              <a:spcAft>
                <a:spcPts val="600"/>
              </a:spcAft>
              <a:buFont typeface="Arial" panose="020B0604020202090204" pitchFamily="34" charset="0"/>
              <a:buChar char="•"/>
              <a:defRPr sz="1800">
                <a:solidFill>
                  <a:schemeClr val="tx2"/>
                </a:solidFill>
              </a:defRPr>
            </a:lvl2pPr>
            <a:lvl3pPr>
              <a:spcAft>
                <a:spcPts val="600"/>
              </a:spcAft>
              <a:defRPr sz="1800">
                <a:solidFill>
                  <a:schemeClr val="tx2"/>
                </a:solidFill>
              </a:defRPr>
            </a:lvl3pPr>
            <a:lvl4pPr>
              <a:spcAft>
                <a:spcPts val="600"/>
              </a:spcAft>
              <a:defRPr sz="1800">
                <a:solidFill>
                  <a:schemeClr val="tx2"/>
                </a:solidFill>
              </a:defRPr>
            </a:lvl4pPr>
            <a:lvl5pPr>
              <a:spcAft>
                <a:spcPts val="600"/>
              </a:spcAft>
              <a:defRPr sz="18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add content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  <a:p>
            <a:pPr lvl="1"/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: Shape 2"/>
          <p:cNvSpPr/>
          <p:nvPr userDrawn="1"/>
        </p:nvSpPr>
        <p:spPr>
          <a:xfrm>
            <a:off x="0" y="-29052"/>
            <a:ext cx="3634741" cy="6949440"/>
          </a:xfrm>
          <a:custGeom>
            <a:avLst/>
            <a:gdLst>
              <a:gd name="connsiteX0" fmla="*/ 160021 w 3634741"/>
              <a:gd name="connsiteY0" fmla="*/ 0 h 6949440"/>
              <a:gd name="connsiteX1" fmla="*/ 3634741 w 3634741"/>
              <a:gd name="connsiteY1" fmla="*/ 3474720 h 6949440"/>
              <a:gd name="connsiteX2" fmla="*/ 160021 w 3634741"/>
              <a:gd name="connsiteY2" fmla="*/ 6949440 h 6949440"/>
              <a:gd name="connsiteX3" fmla="*/ 0 w 3634741"/>
              <a:gd name="connsiteY3" fmla="*/ 6941360 h 6949440"/>
              <a:gd name="connsiteX4" fmla="*/ 0 w 3634741"/>
              <a:gd name="connsiteY4" fmla="*/ 8081 h 69494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634741" h="6949440">
                <a:moveTo>
                  <a:pt x="160021" y="0"/>
                </a:moveTo>
                <a:cubicBezTo>
                  <a:pt x="2079056" y="0"/>
                  <a:pt x="3634741" y="1555685"/>
                  <a:pt x="3634741" y="3474720"/>
                </a:cubicBezTo>
                <a:cubicBezTo>
                  <a:pt x="3634741" y="5393755"/>
                  <a:pt x="2079056" y="6949440"/>
                  <a:pt x="160021" y="6949440"/>
                </a:cubicBezTo>
                <a:lnTo>
                  <a:pt x="0" y="6941360"/>
                </a:lnTo>
                <a:lnTo>
                  <a:pt x="0" y="8081"/>
                </a:lnTo>
                <a:close/>
              </a:path>
            </a:pathLst>
          </a:cu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 rot="16200000">
            <a:off x="-1749423" y="2290758"/>
            <a:ext cx="6276974" cy="2276477"/>
          </a:xfrm>
          <a:effectLst/>
        </p:spPr>
        <p:txBody>
          <a:bodyPr tIns="0" bIns="0" anchor="ctr">
            <a:noAutofit/>
          </a:bodyPr>
          <a:lstStyle>
            <a:lvl1pPr algn="ctr">
              <a:defRPr sz="4000" b="0" cap="all" spc="0" baseline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Add title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2194590" y="3062287"/>
            <a:ext cx="665421" cy="766763"/>
          </a:xfrm>
          <a:prstGeom prst="rect">
            <a:avLst/>
          </a:prstGeom>
          <a:noFill/>
          <a:effectLst/>
        </p:spPr>
        <p:txBody>
          <a:bodyPr lIns="0" rIns="0"/>
          <a:lstStyle>
            <a:lvl1pPr algn="ctr">
              <a:defRPr lang="en-US" sz="1800" b="1" kern="1200" cap="all" spc="150" baseline="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fld id="{8A7A6979-0714-4377-B894-6BE4C2D6E202}" type="slidenum">
              <a:rPr lang="en-US" smtClean="0"/>
            </a:fld>
            <a:endParaRPr lang="en-US" dirty="0"/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 hasCustomPrompt="1"/>
          </p:nvPr>
        </p:nvSpPr>
        <p:spPr>
          <a:xfrm>
            <a:off x="4108481" y="892176"/>
            <a:ext cx="4578319" cy="5073648"/>
          </a:xfrm>
          <a:effectLst/>
        </p:spPr>
        <p:txBody>
          <a:bodyPr anchor="ctr">
            <a:normAutofit/>
          </a:bodyPr>
          <a:lstStyle>
            <a:lvl1pPr marL="0" indent="0" algn="l">
              <a:spcAft>
                <a:spcPts val="1200"/>
              </a:spcAft>
              <a:buNone/>
              <a:defRPr sz="1800">
                <a:solidFill>
                  <a:schemeClr val="tx2"/>
                </a:solidFill>
              </a:defRPr>
            </a:lvl1pPr>
            <a:lvl2pPr marL="228600" indent="0" algn="l">
              <a:spcAft>
                <a:spcPts val="1200"/>
              </a:spcAft>
              <a:buNone/>
              <a:defRPr sz="1800">
                <a:solidFill>
                  <a:schemeClr val="tx2"/>
                </a:solidFill>
              </a:defRPr>
            </a:lvl2pPr>
            <a:lvl3pPr marL="457200" indent="0" algn="l">
              <a:spcAft>
                <a:spcPts val="1200"/>
              </a:spcAft>
              <a:buNone/>
              <a:defRPr sz="1800">
                <a:solidFill>
                  <a:schemeClr val="tx2"/>
                </a:solidFill>
              </a:defRPr>
            </a:lvl3pPr>
            <a:lvl4pPr marL="685800" indent="0" algn="l">
              <a:spcAft>
                <a:spcPts val="1200"/>
              </a:spcAft>
              <a:buNone/>
              <a:defRPr sz="1800">
                <a:solidFill>
                  <a:schemeClr val="tx2"/>
                </a:solidFill>
              </a:defRPr>
            </a:lvl4pPr>
            <a:lvl5pPr marL="914400" indent="0" algn="l">
              <a:spcAft>
                <a:spcPts val="1200"/>
              </a:spcAft>
              <a:buNone/>
              <a:defRPr sz="18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add content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6" name="Picture Placeholder 5"/>
          <p:cNvSpPr>
            <a:spLocks noGrp="1"/>
          </p:cNvSpPr>
          <p:nvPr>
            <p:ph type="pic" sz="quarter" idx="14"/>
          </p:nvPr>
        </p:nvSpPr>
        <p:spPr>
          <a:xfrm>
            <a:off x="9042400" y="892176"/>
            <a:ext cx="2430462" cy="5073648"/>
          </a:xfrm>
        </p:spPr>
        <p:txBody>
          <a:bodyPr/>
          <a:lstStyle/>
          <a:p>
            <a:endParaRPr lang="en-US"/>
          </a:p>
        </p:txBody>
      </p:sp>
      <p:sp>
        <p:nvSpPr>
          <p:cNvPr id="20" name="Rectangle 19"/>
          <p:cNvSpPr/>
          <p:nvPr userDrawn="1"/>
        </p:nvSpPr>
        <p:spPr>
          <a:xfrm>
            <a:off x="250825" y="254794"/>
            <a:ext cx="11690350" cy="6348413"/>
          </a:xfrm>
          <a:prstGeom prst="rect">
            <a:avLst/>
          </a:prstGeom>
          <a:noFill/>
          <a:ln w="4445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2"/>
              </a:solidFill>
            </a:endParaRPr>
          </a:p>
        </p:txBody>
      </p:sp>
      <p:cxnSp>
        <p:nvCxnSpPr>
          <p:cNvPr id="21" name="Straight Connector 20"/>
          <p:cNvCxnSpPr/>
          <p:nvPr userDrawn="1"/>
        </p:nvCxnSpPr>
        <p:spPr>
          <a:xfrm>
            <a:off x="2527301" y="254794"/>
            <a:ext cx="0" cy="2799556"/>
          </a:xfrm>
          <a:prstGeom prst="line">
            <a:avLst/>
          </a:prstGeom>
          <a:ln w="444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/>
          <p:cNvCxnSpPr/>
          <p:nvPr userDrawn="1"/>
        </p:nvCxnSpPr>
        <p:spPr>
          <a:xfrm>
            <a:off x="2527301" y="3822700"/>
            <a:ext cx="0" cy="2799556"/>
          </a:xfrm>
          <a:prstGeom prst="line">
            <a:avLst/>
          </a:prstGeom>
          <a:ln w="444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Content and Table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>
          <a:xfrm>
            <a:off x="1" y="0"/>
            <a:ext cx="4405568" cy="685800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Rectangle 16"/>
          <p:cNvSpPr/>
          <p:nvPr userDrawn="1"/>
        </p:nvSpPr>
        <p:spPr>
          <a:xfrm>
            <a:off x="250825" y="254794"/>
            <a:ext cx="11690350" cy="6348413"/>
          </a:xfrm>
          <a:prstGeom prst="rect">
            <a:avLst/>
          </a:prstGeom>
          <a:noFill/>
          <a:ln w="4445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8" name="Straight Connector 17"/>
          <p:cNvCxnSpPr/>
          <p:nvPr userDrawn="1"/>
        </p:nvCxnSpPr>
        <p:spPr>
          <a:xfrm>
            <a:off x="2527301" y="254794"/>
            <a:ext cx="0" cy="2799556"/>
          </a:xfrm>
          <a:prstGeom prst="line">
            <a:avLst/>
          </a:prstGeom>
          <a:ln w="444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 userDrawn="1"/>
        </p:nvCxnSpPr>
        <p:spPr>
          <a:xfrm>
            <a:off x="2527301" y="3822700"/>
            <a:ext cx="0" cy="2799556"/>
          </a:xfrm>
          <a:prstGeom prst="line">
            <a:avLst/>
          </a:prstGeom>
          <a:ln w="444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itle 1"/>
          <p:cNvSpPr>
            <a:spLocks noGrp="1"/>
          </p:cNvSpPr>
          <p:nvPr>
            <p:ph type="title" hasCustomPrompt="1"/>
          </p:nvPr>
        </p:nvSpPr>
        <p:spPr>
          <a:xfrm rot="16200000">
            <a:off x="-1749423" y="2290758"/>
            <a:ext cx="6276974" cy="2276477"/>
          </a:xfrm>
          <a:effectLst/>
        </p:spPr>
        <p:txBody>
          <a:bodyPr tIns="0" bIns="0" anchor="ctr">
            <a:noAutofit/>
          </a:bodyPr>
          <a:lstStyle>
            <a:lvl1pPr algn="ctr">
              <a:defRPr sz="4000" b="0" cap="all" spc="0" baseline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Add title</a:t>
            </a:r>
            <a:endParaRPr lang="en-US" dirty="0"/>
          </a:p>
        </p:txBody>
      </p:sp>
      <p:sp>
        <p:nvSpPr>
          <p:cNvPr id="16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2194590" y="3062287"/>
            <a:ext cx="665421" cy="766763"/>
          </a:xfrm>
          <a:prstGeom prst="rect">
            <a:avLst/>
          </a:prstGeom>
          <a:noFill/>
          <a:effectLst/>
        </p:spPr>
        <p:txBody>
          <a:bodyPr lIns="0" rIns="0"/>
          <a:lstStyle>
            <a:lvl1pPr algn="ctr">
              <a:defRPr lang="en-US" sz="1800" b="1" kern="1200" cap="all" spc="150" baseline="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fld id="{8A7A6979-0714-4377-B894-6BE4C2D6E202}" type="slidenum">
              <a:rPr lang="en-US" smtClean="0"/>
            </a:fld>
            <a:endParaRPr lang="en-US" dirty="0"/>
          </a:p>
        </p:txBody>
      </p:sp>
      <p:sp>
        <p:nvSpPr>
          <p:cNvPr id="10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4851400" y="586740"/>
            <a:ext cx="6643944" cy="1653540"/>
          </a:xfrm>
        </p:spPr>
        <p:txBody>
          <a:bodyPr anchor="ctr">
            <a:normAutofit/>
          </a:bodyPr>
          <a:lstStyle>
            <a:lvl1pPr marL="285750" indent="-285750">
              <a:spcAft>
                <a:spcPts val="600"/>
              </a:spcAft>
              <a:buFont typeface="Arial" panose="020B0604020202090204" pitchFamily="34" charset="0"/>
              <a:buChar char="•"/>
              <a:defRPr sz="1800">
                <a:solidFill>
                  <a:schemeClr val="tx2"/>
                </a:solidFill>
              </a:defRPr>
            </a:lvl1pPr>
            <a:lvl2pPr marL="228600" indent="0">
              <a:spcAft>
                <a:spcPts val="600"/>
              </a:spcAft>
              <a:buNone/>
              <a:defRPr sz="1800">
                <a:solidFill>
                  <a:schemeClr val="tx2"/>
                </a:solidFill>
              </a:defRPr>
            </a:lvl2pPr>
            <a:lvl3pPr>
              <a:spcAft>
                <a:spcPts val="600"/>
              </a:spcAft>
              <a:defRPr sz="1800"/>
            </a:lvl3pPr>
            <a:lvl4pPr>
              <a:spcAft>
                <a:spcPts val="600"/>
              </a:spcAft>
              <a:defRPr sz="1800"/>
            </a:lvl4pPr>
            <a:lvl5pPr>
              <a:spcAft>
                <a:spcPts val="600"/>
              </a:spcAft>
              <a:defRPr sz="1800"/>
            </a:lvl5pPr>
          </a:lstStyle>
          <a:p>
            <a:pPr lvl="0"/>
            <a:r>
              <a:rPr lang="en-US" dirty="0"/>
              <a:t>Click to add content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</p:txBody>
      </p:sp>
      <p:sp>
        <p:nvSpPr>
          <p:cNvPr id="6" name="Table Placeholder 5"/>
          <p:cNvSpPr>
            <a:spLocks noGrp="1"/>
          </p:cNvSpPr>
          <p:nvPr>
            <p:ph type="tbl" sz="quarter" idx="13" hasCustomPrompt="1"/>
          </p:nvPr>
        </p:nvSpPr>
        <p:spPr>
          <a:xfrm>
            <a:off x="4851400" y="2495074"/>
            <a:ext cx="6643944" cy="3776186"/>
          </a:xfrm>
        </p:spPr>
        <p:txBody>
          <a:bodyPr/>
          <a:lstStyle>
            <a:lvl1pPr>
              <a:defRPr/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90204" pitchFamily="34" charset="0"/>
              <a:buChar char="•"/>
              <a:defRPr/>
            </a:pPr>
            <a:r>
              <a:rPr lang="en-US"/>
              <a:t>Click icon to add table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ight Triangle 1"/>
          <p:cNvSpPr/>
          <p:nvPr userDrawn="1"/>
        </p:nvSpPr>
        <p:spPr>
          <a:xfrm>
            <a:off x="0" y="0"/>
            <a:ext cx="6502400" cy="6858000"/>
          </a:xfrm>
          <a:prstGeom prst="rtTriangle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dirty="0"/>
          </a:p>
        </p:txBody>
      </p:sp>
      <p:sp>
        <p:nvSpPr>
          <p:cNvPr id="17" name="Rectangle 16"/>
          <p:cNvSpPr/>
          <p:nvPr userDrawn="1"/>
        </p:nvSpPr>
        <p:spPr>
          <a:xfrm>
            <a:off x="250825" y="254794"/>
            <a:ext cx="11690350" cy="6348413"/>
          </a:xfrm>
          <a:prstGeom prst="rect">
            <a:avLst/>
          </a:prstGeom>
          <a:noFill/>
          <a:ln w="4445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8" name="Straight Connector 17"/>
          <p:cNvCxnSpPr/>
          <p:nvPr userDrawn="1"/>
        </p:nvCxnSpPr>
        <p:spPr>
          <a:xfrm>
            <a:off x="2527301" y="254794"/>
            <a:ext cx="0" cy="2799556"/>
          </a:xfrm>
          <a:prstGeom prst="line">
            <a:avLst/>
          </a:prstGeom>
          <a:ln w="444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 userDrawn="1"/>
        </p:nvCxnSpPr>
        <p:spPr>
          <a:xfrm>
            <a:off x="2527301" y="3822700"/>
            <a:ext cx="0" cy="2799556"/>
          </a:xfrm>
          <a:prstGeom prst="line">
            <a:avLst/>
          </a:prstGeom>
          <a:ln w="444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itle 1"/>
          <p:cNvSpPr>
            <a:spLocks noGrp="1"/>
          </p:cNvSpPr>
          <p:nvPr>
            <p:ph type="title" hasCustomPrompt="1"/>
          </p:nvPr>
        </p:nvSpPr>
        <p:spPr>
          <a:xfrm rot="16200000">
            <a:off x="-1749423" y="2290758"/>
            <a:ext cx="6276974" cy="2276477"/>
          </a:xfrm>
          <a:effectLst/>
        </p:spPr>
        <p:txBody>
          <a:bodyPr tIns="0" bIns="0" anchor="ctr">
            <a:noAutofit/>
          </a:bodyPr>
          <a:lstStyle>
            <a:lvl1pPr algn="ctr">
              <a:defRPr sz="4000" b="0" cap="all" spc="0" baseline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Add title</a:t>
            </a:r>
            <a:endParaRPr lang="en-US" dirty="0"/>
          </a:p>
        </p:txBody>
      </p:sp>
      <p:sp>
        <p:nvSpPr>
          <p:cNvPr id="16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2194590" y="3062287"/>
            <a:ext cx="665421" cy="766763"/>
          </a:xfrm>
          <a:prstGeom prst="rect">
            <a:avLst/>
          </a:prstGeom>
          <a:noFill/>
          <a:effectLst/>
        </p:spPr>
        <p:txBody>
          <a:bodyPr lIns="0" rIns="0"/>
          <a:lstStyle>
            <a:lvl1pPr algn="ctr">
              <a:defRPr lang="en-US" sz="1800" b="1" kern="1200" cap="all" spc="150" baseline="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fld id="{8A7A6979-0714-4377-B894-6BE4C2D6E202}" type="slidenum">
              <a:rPr lang="en-US" smtClean="0"/>
            </a:fld>
            <a:endParaRPr lang="en-US" dirty="0"/>
          </a:p>
        </p:txBody>
      </p:sp>
      <p:sp>
        <p:nvSpPr>
          <p:cNvPr id="24" name="Content Placeholder 3"/>
          <p:cNvSpPr>
            <a:spLocks noGrp="1"/>
          </p:cNvSpPr>
          <p:nvPr>
            <p:ph sz="half" idx="14" hasCustomPrompt="1"/>
          </p:nvPr>
        </p:nvSpPr>
        <p:spPr>
          <a:xfrm>
            <a:off x="3305842" y="867412"/>
            <a:ext cx="3196558" cy="5123178"/>
          </a:xfrm>
        </p:spPr>
        <p:txBody>
          <a:bodyPr>
            <a:normAutofit/>
          </a:bodyPr>
          <a:lstStyle>
            <a:lvl1pPr>
              <a:spcAft>
                <a:spcPts val="600"/>
              </a:spcAft>
              <a:defRPr sz="1800">
                <a:solidFill>
                  <a:schemeClr val="tx2"/>
                </a:solidFill>
              </a:defRPr>
            </a:lvl1pPr>
            <a:lvl2pPr>
              <a:spcAft>
                <a:spcPts val="600"/>
              </a:spcAft>
              <a:defRPr sz="1800">
                <a:solidFill>
                  <a:schemeClr val="tx2"/>
                </a:solidFill>
              </a:defRPr>
            </a:lvl2pPr>
            <a:lvl3pPr>
              <a:spcAft>
                <a:spcPts val="600"/>
              </a:spcAft>
              <a:defRPr sz="1800">
                <a:solidFill>
                  <a:schemeClr val="tx2"/>
                </a:solidFill>
              </a:defRPr>
            </a:lvl3pPr>
            <a:lvl4pPr>
              <a:spcAft>
                <a:spcPts val="600"/>
              </a:spcAft>
              <a:defRPr sz="1800">
                <a:solidFill>
                  <a:schemeClr val="tx2"/>
                </a:solidFill>
              </a:defRPr>
            </a:lvl4pPr>
            <a:lvl5pPr>
              <a:spcAft>
                <a:spcPts val="600"/>
              </a:spcAft>
              <a:defRPr sz="18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add content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  <a:p>
            <a:pPr lvl="1"/>
            <a:endParaRPr lang="en-US" dirty="0"/>
          </a:p>
        </p:txBody>
      </p:sp>
      <p:sp>
        <p:nvSpPr>
          <p:cNvPr id="10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6753224" y="867412"/>
            <a:ext cx="4742119" cy="5123178"/>
          </a:xfrm>
        </p:spPr>
        <p:txBody>
          <a:bodyPr>
            <a:normAutofit/>
          </a:bodyPr>
          <a:lstStyle>
            <a:lvl1pPr>
              <a:spcAft>
                <a:spcPts val="600"/>
              </a:spcAft>
              <a:defRPr sz="1800">
                <a:solidFill>
                  <a:schemeClr val="tx2"/>
                </a:solidFill>
              </a:defRPr>
            </a:lvl1pPr>
            <a:lvl2pPr>
              <a:spcAft>
                <a:spcPts val="600"/>
              </a:spcAft>
              <a:defRPr sz="1800">
                <a:solidFill>
                  <a:schemeClr val="tx2"/>
                </a:solidFill>
              </a:defRPr>
            </a:lvl2pPr>
            <a:lvl3pPr>
              <a:spcAft>
                <a:spcPts val="600"/>
              </a:spcAft>
              <a:defRPr sz="1800">
                <a:solidFill>
                  <a:schemeClr val="tx2"/>
                </a:solidFill>
              </a:defRPr>
            </a:lvl3pPr>
            <a:lvl4pPr>
              <a:spcAft>
                <a:spcPts val="600"/>
              </a:spcAft>
              <a:defRPr sz="1800">
                <a:solidFill>
                  <a:schemeClr val="tx2"/>
                </a:solidFill>
              </a:defRPr>
            </a:lvl4pPr>
            <a:lvl5pPr>
              <a:spcAft>
                <a:spcPts val="600"/>
              </a:spcAft>
              <a:defRPr sz="18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add content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  <a:p>
            <a:pPr lvl="1"/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/>
          <p:cNvSpPr/>
          <p:nvPr userDrawn="1"/>
        </p:nvSpPr>
        <p:spPr>
          <a:xfrm>
            <a:off x="11405238" y="-4"/>
            <a:ext cx="786761" cy="685800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Rectangle 18"/>
          <p:cNvSpPr/>
          <p:nvPr userDrawn="1"/>
        </p:nvSpPr>
        <p:spPr>
          <a:xfrm>
            <a:off x="0" y="0"/>
            <a:ext cx="3063238" cy="685800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Title 1"/>
          <p:cNvSpPr>
            <a:spLocks noGrp="1"/>
          </p:cNvSpPr>
          <p:nvPr>
            <p:ph type="title" hasCustomPrompt="1"/>
          </p:nvPr>
        </p:nvSpPr>
        <p:spPr>
          <a:xfrm rot="16200000">
            <a:off x="-1749423" y="2290758"/>
            <a:ext cx="6276974" cy="2276477"/>
          </a:xfrm>
          <a:effectLst/>
        </p:spPr>
        <p:txBody>
          <a:bodyPr tIns="0" bIns="0" anchor="ctr">
            <a:noAutofit/>
          </a:bodyPr>
          <a:lstStyle>
            <a:lvl1pPr algn="ctr">
              <a:defRPr sz="4000" b="0" cap="all" spc="0" baseline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Add title</a:t>
            </a:r>
            <a:endParaRPr lang="en-US" dirty="0"/>
          </a:p>
        </p:txBody>
      </p:sp>
      <p:sp>
        <p:nvSpPr>
          <p:cNvPr id="14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2194590" y="3062287"/>
            <a:ext cx="665421" cy="766763"/>
          </a:xfrm>
          <a:prstGeom prst="rect">
            <a:avLst/>
          </a:prstGeom>
          <a:noFill/>
          <a:effectLst/>
        </p:spPr>
        <p:txBody>
          <a:bodyPr lIns="0" rIns="0"/>
          <a:lstStyle>
            <a:lvl1pPr algn="ctr">
              <a:defRPr lang="en-US" sz="1800" b="1" kern="1200" cap="all" spc="150" baseline="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fld id="{8A7A6979-0714-4377-B894-6BE4C2D6E202}" type="slidenum">
              <a:rPr lang="en-US" smtClean="0"/>
            </a:fld>
            <a:endParaRPr lang="en-US" dirty="0"/>
          </a:p>
        </p:txBody>
      </p:sp>
      <p:sp>
        <p:nvSpPr>
          <p:cNvPr id="15" name="Rectangle 14"/>
          <p:cNvSpPr/>
          <p:nvPr userDrawn="1"/>
        </p:nvSpPr>
        <p:spPr>
          <a:xfrm>
            <a:off x="250825" y="254794"/>
            <a:ext cx="11690350" cy="6348413"/>
          </a:xfrm>
          <a:prstGeom prst="rect">
            <a:avLst/>
          </a:prstGeom>
          <a:noFill/>
          <a:ln w="4445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6" name="Straight Connector 15"/>
          <p:cNvCxnSpPr/>
          <p:nvPr userDrawn="1"/>
        </p:nvCxnSpPr>
        <p:spPr>
          <a:xfrm>
            <a:off x="2527301" y="254794"/>
            <a:ext cx="0" cy="2799556"/>
          </a:xfrm>
          <a:prstGeom prst="line">
            <a:avLst/>
          </a:prstGeom>
          <a:ln w="444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 userDrawn="1"/>
        </p:nvCxnSpPr>
        <p:spPr>
          <a:xfrm>
            <a:off x="2527301" y="3822700"/>
            <a:ext cx="0" cy="2799556"/>
          </a:xfrm>
          <a:prstGeom prst="line">
            <a:avLst/>
          </a:prstGeom>
          <a:ln w="444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Content Placeholder 6"/>
          <p:cNvSpPr>
            <a:spLocks noGrp="1"/>
          </p:cNvSpPr>
          <p:nvPr>
            <p:ph sz="quarter" idx="13" hasCustomPrompt="1"/>
          </p:nvPr>
        </p:nvSpPr>
        <p:spPr>
          <a:xfrm>
            <a:off x="3489960" y="892175"/>
            <a:ext cx="7482839" cy="5073650"/>
          </a:xfrm>
          <a:effectLst/>
        </p:spPr>
        <p:txBody>
          <a:bodyPr anchor="ctr">
            <a:normAutofit/>
          </a:bodyPr>
          <a:lstStyle>
            <a:lvl1pPr marL="0" indent="0" algn="l">
              <a:spcAft>
                <a:spcPts val="1200"/>
              </a:spcAft>
              <a:buNone/>
              <a:defRPr sz="2800">
                <a:solidFill>
                  <a:schemeClr val="tx2"/>
                </a:solidFill>
              </a:defRPr>
            </a:lvl1pPr>
            <a:lvl2pPr marL="228600" indent="0" algn="l">
              <a:spcAft>
                <a:spcPts val="1200"/>
              </a:spcAft>
              <a:buNone/>
              <a:defRPr sz="2800">
                <a:solidFill>
                  <a:schemeClr val="tx2"/>
                </a:solidFill>
              </a:defRPr>
            </a:lvl2pPr>
            <a:lvl3pPr marL="457200" indent="0" algn="l">
              <a:spcAft>
                <a:spcPts val="1200"/>
              </a:spcAft>
              <a:buNone/>
              <a:defRPr sz="2800">
                <a:solidFill>
                  <a:schemeClr val="tx2"/>
                </a:solidFill>
              </a:defRPr>
            </a:lvl3pPr>
            <a:lvl4pPr marL="685800" indent="0" algn="l">
              <a:spcAft>
                <a:spcPts val="1200"/>
              </a:spcAft>
              <a:buNone/>
              <a:defRPr sz="2800">
                <a:solidFill>
                  <a:schemeClr val="tx2"/>
                </a:solidFill>
              </a:defRPr>
            </a:lvl4pPr>
            <a:lvl5pPr marL="914400" indent="0" algn="l">
              <a:spcAft>
                <a:spcPts val="1200"/>
              </a:spcAft>
              <a:buNone/>
              <a:defRPr sz="28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add content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: Shape 3"/>
          <p:cNvSpPr/>
          <p:nvPr userDrawn="1"/>
        </p:nvSpPr>
        <p:spPr>
          <a:xfrm>
            <a:off x="0" y="-5"/>
            <a:ext cx="1445866" cy="6858000"/>
          </a:xfrm>
          <a:custGeom>
            <a:avLst/>
            <a:gdLst>
              <a:gd name="connsiteX0" fmla="*/ 605303 w 1445866"/>
              <a:gd name="connsiteY0" fmla="*/ 6858000 h 6858000"/>
              <a:gd name="connsiteX1" fmla="*/ 233348 w 1445866"/>
              <a:gd name="connsiteY1" fmla="*/ 6858000 h 6858000"/>
              <a:gd name="connsiteX2" fmla="*/ 0 w 1445866"/>
              <a:gd name="connsiteY2" fmla="*/ 6858000 h 6858000"/>
              <a:gd name="connsiteX3" fmla="*/ 0 w 1445866"/>
              <a:gd name="connsiteY3" fmla="*/ 0 h 6858000"/>
              <a:gd name="connsiteX4" fmla="*/ 233348 w 1445866"/>
              <a:gd name="connsiteY4" fmla="*/ 0 h 6858000"/>
              <a:gd name="connsiteX5" fmla="*/ 605299 w 1445866"/>
              <a:gd name="connsiteY5" fmla="*/ 0 h 6858000"/>
              <a:gd name="connsiteX6" fmla="*/ 610635 w 1445866"/>
              <a:gd name="connsiteY6" fmla="*/ 1372 h 6858000"/>
              <a:gd name="connsiteX7" fmla="*/ 1445866 w 1445866"/>
              <a:gd name="connsiteY7" fmla="*/ 1136650 h 6858000"/>
              <a:gd name="connsiteX8" fmla="*/ 719850 w 1445866"/>
              <a:gd name="connsiteY8" fmla="*/ 2231955 h 6858000"/>
              <a:gd name="connsiteX9" fmla="*/ 555970 w 1445866"/>
              <a:gd name="connsiteY9" fmla="*/ 2282826 h 6858000"/>
              <a:gd name="connsiteX10" fmla="*/ 719850 w 1445866"/>
              <a:gd name="connsiteY10" fmla="*/ 2333697 h 6858000"/>
              <a:gd name="connsiteX11" fmla="*/ 1445866 w 1445866"/>
              <a:gd name="connsiteY11" fmla="*/ 3429001 h 6858000"/>
              <a:gd name="connsiteX12" fmla="*/ 719850 w 1445866"/>
              <a:gd name="connsiteY12" fmla="*/ 4524306 h 6858000"/>
              <a:gd name="connsiteX13" fmla="*/ 555972 w 1445866"/>
              <a:gd name="connsiteY13" fmla="*/ 4575176 h 6858000"/>
              <a:gd name="connsiteX14" fmla="*/ 719850 w 1445866"/>
              <a:gd name="connsiteY14" fmla="*/ 4626047 h 6858000"/>
              <a:gd name="connsiteX15" fmla="*/ 1445866 w 1445866"/>
              <a:gd name="connsiteY15" fmla="*/ 5721351 h 6858000"/>
              <a:gd name="connsiteX16" fmla="*/ 610635 w 1445866"/>
              <a:gd name="connsiteY16" fmla="*/ 6856629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445866" h="6858000">
                <a:moveTo>
                  <a:pt x="605303" y="6858000"/>
                </a:moveTo>
                <a:lnTo>
                  <a:pt x="233348" y="6858000"/>
                </a:lnTo>
                <a:lnTo>
                  <a:pt x="0" y="6858000"/>
                </a:lnTo>
                <a:lnTo>
                  <a:pt x="0" y="0"/>
                </a:lnTo>
                <a:lnTo>
                  <a:pt x="233348" y="0"/>
                </a:lnTo>
                <a:lnTo>
                  <a:pt x="605299" y="0"/>
                </a:lnTo>
                <a:lnTo>
                  <a:pt x="610635" y="1372"/>
                </a:lnTo>
                <a:cubicBezTo>
                  <a:pt x="1094526" y="151878"/>
                  <a:pt x="1445866" y="603234"/>
                  <a:pt x="1445866" y="1136650"/>
                </a:cubicBezTo>
                <a:cubicBezTo>
                  <a:pt x="1445866" y="1629034"/>
                  <a:pt x="1146499" y="2051497"/>
                  <a:pt x="719850" y="2231955"/>
                </a:cubicBezTo>
                <a:lnTo>
                  <a:pt x="555970" y="2282826"/>
                </a:lnTo>
                <a:lnTo>
                  <a:pt x="719850" y="2333697"/>
                </a:lnTo>
                <a:cubicBezTo>
                  <a:pt x="1146499" y="2514154"/>
                  <a:pt x="1445866" y="2936617"/>
                  <a:pt x="1445866" y="3429001"/>
                </a:cubicBezTo>
                <a:cubicBezTo>
                  <a:pt x="1445866" y="3921385"/>
                  <a:pt x="1146499" y="4343848"/>
                  <a:pt x="719850" y="4524306"/>
                </a:cubicBezTo>
                <a:lnTo>
                  <a:pt x="555972" y="4575176"/>
                </a:lnTo>
                <a:lnTo>
                  <a:pt x="719850" y="4626047"/>
                </a:lnTo>
                <a:cubicBezTo>
                  <a:pt x="1146499" y="4806504"/>
                  <a:pt x="1445866" y="5228967"/>
                  <a:pt x="1445866" y="5721351"/>
                </a:cubicBezTo>
                <a:cubicBezTo>
                  <a:pt x="1445866" y="6254767"/>
                  <a:pt x="1094526" y="6706123"/>
                  <a:pt x="610635" y="6856629"/>
                </a:cubicBezTo>
                <a:close/>
              </a:path>
            </a:pathLst>
          </a:cu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chemeClr val="tx2"/>
              </a:solidFill>
            </a:endParaRPr>
          </a:p>
        </p:txBody>
      </p:sp>
      <p:sp>
        <p:nvSpPr>
          <p:cNvPr id="3" name="Freeform: Shape 2"/>
          <p:cNvSpPr/>
          <p:nvPr userDrawn="1"/>
        </p:nvSpPr>
        <p:spPr>
          <a:xfrm rot="10800000">
            <a:off x="10746134" y="-4"/>
            <a:ext cx="1445866" cy="6858000"/>
          </a:xfrm>
          <a:custGeom>
            <a:avLst/>
            <a:gdLst>
              <a:gd name="connsiteX0" fmla="*/ 605303 w 1445866"/>
              <a:gd name="connsiteY0" fmla="*/ 6858000 h 6858000"/>
              <a:gd name="connsiteX1" fmla="*/ 233348 w 1445866"/>
              <a:gd name="connsiteY1" fmla="*/ 6858000 h 6858000"/>
              <a:gd name="connsiteX2" fmla="*/ 0 w 1445866"/>
              <a:gd name="connsiteY2" fmla="*/ 6858000 h 6858000"/>
              <a:gd name="connsiteX3" fmla="*/ 0 w 1445866"/>
              <a:gd name="connsiteY3" fmla="*/ 0 h 6858000"/>
              <a:gd name="connsiteX4" fmla="*/ 233348 w 1445866"/>
              <a:gd name="connsiteY4" fmla="*/ 0 h 6858000"/>
              <a:gd name="connsiteX5" fmla="*/ 605299 w 1445866"/>
              <a:gd name="connsiteY5" fmla="*/ 0 h 6858000"/>
              <a:gd name="connsiteX6" fmla="*/ 610635 w 1445866"/>
              <a:gd name="connsiteY6" fmla="*/ 1372 h 6858000"/>
              <a:gd name="connsiteX7" fmla="*/ 1445866 w 1445866"/>
              <a:gd name="connsiteY7" fmla="*/ 1136650 h 6858000"/>
              <a:gd name="connsiteX8" fmla="*/ 719850 w 1445866"/>
              <a:gd name="connsiteY8" fmla="*/ 2231955 h 6858000"/>
              <a:gd name="connsiteX9" fmla="*/ 555970 w 1445866"/>
              <a:gd name="connsiteY9" fmla="*/ 2282826 h 6858000"/>
              <a:gd name="connsiteX10" fmla="*/ 719850 w 1445866"/>
              <a:gd name="connsiteY10" fmla="*/ 2333697 h 6858000"/>
              <a:gd name="connsiteX11" fmla="*/ 1445866 w 1445866"/>
              <a:gd name="connsiteY11" fmla="*/ 3429001 h 6858000"/>
              <a:gd name="connsiteX12" fmla="*/ 719850 w 1445866"/>
              <a:gd name="connsiteY12" fmla="*/ 4524306 h 6858000"/>
              <a:gd name="connsiteX13" fmla="*/ 555972 w 1445866"/>
              <a:gd name="connsiteY13" fmla="*/ 4575176 h 6858000"/>
              <a:gd name="connsiteX14" fmla="*/ 719850 w 1445866"/>
              <a:gd name="connsiteY14" fmla="*/ 4626047 h 6858000"/>
              <a:gd name="connsiteX15" fmla="*/ 1445866 w 1445866"/>
              <a:gd name="connsiteY15" fmla="*/ 5721351 h 6858000"/>
              <a:gd name="connsiteX16" fmla="*/ 610635 w 1445866"/>
              <a:gd name="connsiteY16" fmla="*/ 6856629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445866" h="6858000">
                <a:moveTo>
                  <a:pt x="605303" y="6858000"/>
                </a:moveTo>
                <a:lnTo>
                  <a:pt x="233348" y="6858000"/>
                </a:lnTo>
                <a:lnTo>
                  <a:pt x="0" y="6858000"/>
                </a:lnTo>
                <a:lnTo>
                  <a:pt x="0" y="0"/>
                </a:lnTo>
                <a:lnTo>
                  <a:pt x="233348" y="0"/>
                </a:lnTo>
                <a:lnTo>
                  <a:pt x="605299" y="0"/>
                </a:lnTo>
                <a:lnTo>
                  <a:pt x="610635" y="1372"/>
                </a:lnTo>
                <a:cubicBezTo>
                  <a:pt x="1094526" y="151878"/>
                  <a:pt x="1445866" y="603234"/>
                  <a:pt x="1445866" y="1136650"/>
                </a:cubicBezTo>
                <a:cubicBezTo>
                  <a:pt x="1445866" y="1629034"/>
                  <a:pt x="1146499" y="2051497"/>
                  <a:pt x="719850" y="2231955"/>
                </a:cubicBezTo>
                <a:lnTo>
                  <a:pt x="555970" y="2282826"/>
                </a:lnTo>
                <a:lnTo>
                  <a:pt x="719850" y="2333697"/>
                </a:lnTo>
                <a:cubicBezTo>
                  <a:pt x="1146499" y="2514154"/>
                  <a:pt x="1445866" y="2936617"/>
                  <a:pt x="1445866" y="3429001"/>
                </a:cubicBezTo>
                <a:cubicBezTo>
                  <a:pt x="1445866" y="3921385"/>
                  <a:pt x="1146499" y="4343848"/>
                  <a:pt x="719850" y="4524306"/>
                </a:cubicBezTo>
                <a:lnTo>
                  <a:pt x="555972" y="4575176"/>
                </a:lnTo>
                <a:lnTo>
                  <a:pt x="719850" y="4626047"/>
                </a:lnTo>
                <a:cubicBezTo>
                  <a:pt x="1146499" y="4806504"/>
                  <a:pt x="1445866" y="5228967"/>
                  <a:pt x="1445866" y="5721351"/>
                </a:cubicBezTo>
                <a:cubicBezTo>
                  <a:pt x="1445866" y="6254767"/>
                  <a:pt x="1094526" y="6706123"/>
                  <a:pt x="610635" y="6856629"/>
                </a:cubicBezTo>
                <a:close/>
              </a:path>
            </a:pathLst>
          </a:cu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chemeClr val="tx2"/>
              </a:solidFill>
            </a:endParaRPr>
          </a:p>
        </p:txBody>
      </p:sp>
      <p:sp>
        <p:nvSpPr>
          <p:cNvPr id="5" name="Rectangle 4"/>
          <p:cNvSpPr/>
          <p:nvPr userDrawn="1"/>
        </p:nvSpPr>
        <p:spPr>
          <a:xfrm>
            <a:off x="250825" y="254794"/>
            <a:ext cx="11690350" cy="6348413"/>
          </a:xfrm>
          <a:prstGeom prst="rect">
            <a:avLst/>
          </a:prstGeom>
          <a:noFill/>
          <a:ln w="4445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2"/>
              </a:solidFill>
            </a:endParaRPr>
          </a:p>
        </p:txBody>
      </p:sp>
      <p:cxnSp>
        <p:nvCxnSpPr>
          <p:cNvPr id="6" name="Straight Connector 5"/>
          <p:cNvCxnSpPr/>
          <p:nvPr userDrawn="1"/>
        </p:nvCxnSpPr>
        <p:spPr>
          <a:xfrm>
            <a:off x="2527301" y="254794"/>
            <a:ext cx="0" cy="2799556"/>
          </a:xfrm>
          <a:prstGeom prst="line">
            <a:avLst/>
          </a:prstGeom>
          <a:ln w="444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/>
          <p:cNvCxnSpPr/>
          <p:nvPr userDrawn="1"/>
        </p:nvCxnSpPr>
        <p:spPr>
          <a:xfrm>
            <a:off x="2527301" y="3822700"/>
            <a:ext cx="0" cy="2799556"/>
          </a:xfrm>
          <a:prstGeom prst="line">
            <a:avLst/>
          </a:prstGeom>
          <a:ln w="444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 userDrawn="1"/>
        </p:nvCxnSpPr>
        <p:spPr>
          <a:xfrm>
            <a:off x="9683717" y="254794"/>
            <a:ext cx="0" cy="2799556"/>
          </a:xfrm>
          <a:prstGeom prst="line">
            <a:avLst/>
          </a:prstGeom>
          <a:ln w="444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/>
          <p:cNvCxnSpPr/>
          <p:nvPr userDrawn="1"/>
        </p:nvCxnSpPr>
        <p:spPr>
          <a:xfrm>
            <a:off x="9683717" y="3822700"/>
            <a:ext cx="0" cy="2799556"/>
          </a:xfrm>
          <a:prstGeom prst="line">
            <a:avLst/>
          </a:prstGeom>
          <a:ln w="444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6" name="Group 15"/>
          <p:cNvGrpSpPr/>
          <p:nvPr userDrawn="1"/>
        </p:nvGrpSpPr>
        <p:grpSpPr>
          <a:xfrm>
            <a:off x="2517792" y="1543050"/>
            <a:ext cx="7165925" cy="3771900"/>
            <a:chOff x="2517792" y="1651000"/>
            <a:chExt cx="7165925" cy="3771900"/>
          </a:xfrm>
        </p:grpSpPr>
        <p:cxnSp>
          <p:nvCxnSpPr>
            <p:cNvPr id="12" name="Straight Connector 11"/>
            <p:cNvCxnSpPr/>
            <p:nvPr userDrawn="1"/>
          </p:nvCxnSpPr>
          <p:spPr>
            <a:xfrm>
              <a:off x="2527301" y="1651000"/>
              <a:ext cx="7156416" cy="0"/>
            </a:xfrm>
            <a:prstGeom prst="line">
              <a:avLst/>
            </a:prstGeom>
            <a:ln w="4445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/>
            <p:cNvCxnSpPr/>
            <p:nvPr userDrawn="1"/>
          </p:nvCxnSpPr>
          <p:spPr>
            <a:xfrm>
              <a:off x="2517792" y="5422900"/>
              <a:ext cx="7156416" cy="0"/>
            </a:xfrm>
            <a:prstGeom prst="line">
              <a:avLst/>
            </a:prstGeom>
            <a:ln w="4445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527301" y="1786423"/>
            <a:ext cx="7156415" cy="1740548"/>
          </a:xfrm>
        </p:spPr>
        <p:txBody>
          <a:bodyPr anchor="b">
            <a:noAutofit/>
          </a:bodyPr>
          <a:lstStyle>
            <a:lvl1pPr algn="ctr">
              <a:defRPr sz="400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Add title</a:t>
            </a:r>
            <a:endParaRPr lang="en-US" dirty="0"/>
          </a:p>
        </p:txBody>
      </p:sp>
      <p:sp>
        <p:nvSpPr>
          <p:cNvPr id="11" name="Content Placeholder 6"/>
          <p:cNvSpPr>
            <a:spLocks noGrp="1"/>
          </p:cNvSpPr>
          <p:nvPr>
            <p:ph sz="quarter" idx="13" hasCustomPrompt="1"/>
          </p:nvPr>
        </p:nvSpPr>
        <p:spPr>
          <a:xfrm>
            <a:off x="3521271" y="3670658"/>
            <a:ext cx="5149459" cy="1510939"/>
          </a:xfrm>
        </p:spPr>
        <p:txBody>
          <a:bodyPr lIns="182880">
            <a:noAutofit/>
          </a:bodyPr>
          <a:lstStyle>
            <a:lvl1pPr marL="0" indent="0" algn="ctr">
              <a:lnSpc>
                <a:spcPct val="150000"/>
              </a:lnSpc>
              <a:spcBef>
                <a:spcPts val="0"/>
              </a:spcBef>
              <a:buNone/>
              <a:defRPr sz="2000">
                <a:solidFill>
                  <a:schemeClr val="tx2"/>
                </a:solidFill>
              </a:defRPr>
            </a:lvl1pPr>
            <a:lvl2pPr marL="228600" indent="0" algn="ctr">
              <a:buNone/>
              <a:defRPr sz="2000"/>
            </a:lvl2pPr>
            <a:lvl3pPr marL="457200" indent="0" algn="ctr">
              <a:buNone/>
              <a:defRPr sz="2000"/>
            </a:lvl3pPr>
            <a:lvl4pPr marL="685800" indent="0" algn="ctr">
              <a:buNone/>
              <a:defRPr sz="2000"/>
            </a:lvl4pPr>
            <a:lvl5pPr marL="914400" indent="0" algn="ctr">
              <a:buNone/>
              <a:defRPr sz="2000"/>
            </a:lvl5pPr>
          </a:lstStyle>
          <a:p>
            <a:pPr lvl="0"/>
            <a:r>
              <a:rPr lang="en-US" dirty="0"/>
              <a:t>Click to add content</a:t>
            </a:r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4" Type="http://schemas.openxmlformats.org/officeDocument/2006/relationships/theme" Target="../theme/theme1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black">
          <a:xfrm>
            <a:off x="2231136" y="964692"/>
            <a:ext cx="7729728" cy="1188720"/>
          </a:xfrm>
          <a:prstGeom prst="rect">
            <a:avLst/>
          </a:prstGeom>
          <a:noFill/>
          <a:ln w="31750" cap="sq">
            <a:noFill/>
            <a:miter lim="800000"/>
          </a:ln>
        </p:spPr>
        <p:txBody>
          <a:bodyPr vert="horz" lIns="182880" tIns="182880" rIns="182880" bIns="18288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31136" y="2638044"/>
            <a:ext cx="7729728" cy="31019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821429" y="6238816"/>
            <a:ext cx="2753746" cy="32396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fld id="{F9B8B6D2-5532-4B59-9C5A-AB106F128946}" type="datetime1">
              <a:rPr lang="en-US" smtClean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600200" y="6236208"/>
            <a:ext cx="5901189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70000"/>
            </a:srgbClr>
          </a:solidFill>
        </p:spPr>
        <p:txBody>
          <a:bodyPr vert="horz" lIns="18288" tIns="45720" rIns="18288" bIns="45720" rtlCol="0" anchor="ctr">
            <a:noAutofit/>
          </a:bodyPr>
          <a:lstStyle>
            <a:lvl1pPr algn="ctr">
              <a:defRPr sz="1100" spc="0" baseline="0">
                <a:solidFill>
                  <a:srgbClr val="FFFFFF"/>
                </a:solidFill>
              </a:defRPr>
            </a:lvl1pPr>
          </a:lstStyle>
          <a:p>
            <a:fld id="{8A7A6979-0714-4377-B894-6BE4C2D6E202}" type="slidenum">
              <a:rPr lang="en-US" dirty="0"/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hf sldNum="0" hdr="0" ftr="0" dt="0"/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2800" kern="1200" cap="all" spc="200" baseline="0">
          <a:solidFill>
            <a:srgbClr val="262626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90204" pitchFamily="34" charset="0"/>
        <a:buChar char="•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9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9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9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9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31318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9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48463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9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65735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9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1882775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9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theme/theme1.xml><?xml version="1.0" encoding="utf-8"?>
<a:theme xmlns:a="http://schemas.openxmlformats.org/drawingml/2006/main" name="Parcel">
  <a:themeElements>
    <a:clrScheme name="Parcel">
      <a:dk1>
        <a:srgbClr val="000000"/>
      </a:dk1>
      <a:lt1>
        <a:srgbClr val="FFFFFF"/>
      </a:lt1>
      <a:dk2>
        <a:srgbClr val="4A5356"/>
      </a:dk2>
      <a:lt2>
        <a:srgbClr val="E8E3CE"/>
      </a:lt2>
      <a:accent1>
        <a:srgbClr val="F6A21D"/>
      </a:accent1>
      <a:accent2>
        <a:srgbClr val="9BAFB5"/>
      </a:accent2>
      <a:accent3>
        <a:srgbClr val="C96731"/>
      </a:accent3>
      <a:accent4>
        <a:srgbClr val="9CA383"/>
      </a:accent4>
      <a:accent5>
        <a:srgbClr val="87795D"/>
      </a:accent5>
      <a:accent6>
        <a:srgbClr val="A0988C"/>
      </a:accent6>
      <a:hlink>
        <a:srgbClr val="00B0F0"/>
      </a:hlink>
      <a:folHlink>
        <a:srgbClr val="738F97"/>
      </a:folHlink>
    </a:clrScheme>
    <a:fontScheme name="Parcel">
      <a:maj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Parcel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107000"/>
                <a:lumMod val="103000"/>
              </a:schemeClr>
            </a:gs>
            <a:gs pos="100000">
              <a:schemeClr val="phClr">
                <a:tint val="82000"/>
                <a:satMod val="109000"/>
                <a:lumMod val="103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3000"/>
                <a:lumMod val="100000"/>
              </a:schemeClr>
            </a:gs>
            <a:gs pos="100000">
              <a:schemeClr val="phClr">
                <a:shade val="93000"/>
                <a:satMod val="11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5880" dist="1524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prstMaterial="dkEdge">
            <a:bevelT w="0" h="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7000"/>
                <a:shade val="100000"/>
                <a:satMod val="185000"/>
                <a:lumMod val="120000"/>
              </a:schemeClr>
            </a:gs>
            <a:gs pos="100000">
              <a:schemeClr val="phClr">
                <a:tint val="96000"/>
                <a:shade val="95000"/>
                <a:satMod val="215000"/>
                <a:lumMod val="80000"/>
              </a:schemeClr>
            </a:gs>
          </a:gsLst>
          <a:path path="circle">
            <a:fillToRect l="50000" t="55000" r="125000" b="10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c="http://schemas.microsoft.com/office/infopath/2007/PartnerControls" xmlns:p="http://schemas.microsoft.com/office/2006/metadata/properties" xmlns:xsi="http://www.w3.org/2001/XMLSchema-instance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ma:contentTypeName="Document" ma:contentTypeID="0x01010079F111ED35F8CC479449609E8A0923A6" ma:contentTypeScope="" ma:contentTypeDescription="Create a new document." ma:contentTypeVersion="28" ct:_="" ma:_="" ma:versionID="60f5a4f2d2b0abadcf532d48ebf9cb71">
  <xsd:schema xmlns:ns1="http://schemas.microsoft.com/sharepoint/v3" xmlns:ns2="71af3243-3dd4-4a8d-8c0d-dd76da1f02a5" xmlns:ns3="16c05727-aa75-4e4a-9b5f-8a80a1165891" xmlns:p="http://schemas.microsoft.com/office/2006/metadata/properties" xmlns:ns4="230e9df3-be65-4c73-a93b-d1236ebd677e" xmlns:xsd="http://www.w3.org/2001/XMLSchema" xmlns:xs="http://www.w3.org/2001/XMLSchema" ns1:_="" ns3:_="" ma:root="true" ma:fieldsID="7dd78129e6a1811f84807ad11c651531" ns2:_="" targetNamespace="http://schemas.microsoft.com/office/2006/metadata/properties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pc="http://schemas.microsoft.com/office/infopath/2007/PartnerControls" xmlns:xsd="http://www.w3.org/2001/XMLSchema" xmlns:xs="http://www.w3.org/2001/XMLSchema" xmlns:dms="http://schemas.microsoft.com/office/2006/documentManagement/types" elementFormDefault="qualified" targetNamespace="http://schemas.microsoft.com/sharepoint/v3">
    <xsd:import namespace="http://schemas.microsoft.com/office/2006/documentManagement/types"/>
    <xsd:import namespace="http://schemas.microsoft.com/office/infopath/2007/PartnerControls"/>
    <xsd:element ma:index="20" ma:hidden="true" ma:displayName="Unified Compliance Policy Properties" name="_ip_UnifiedCompliancePolicyProperties" ma:internalName="_ip_UnifiedCompliancePolicyProperties" ma:readOnly="false" nillable="true">
      <xsd:simpleType>
        <xsd:restriction base="dms:Note"/>
      </xsd:simpleType>
    </xsd:element>
    <xsd:element ma:index="21" ma:hidden="true" ma:displayName="Unified Compliance Policy UI Action" name="_ip_UnifiedCompliancePolicyUIAction" ma:internalName="_ip_UnifiedCompliancePolicyUIAction" ma:readOnly="false" nillable="true">
      <xsd:simpleType>
        <xsd:restriction base="dms:Text"/>
      </xsd:simpleType>
    </xsd:element>
  </xsd:schema>
  <xsd:schema xmlns:pc="http://schemas.microsoft.com/office/infopath/2007/PartnerControls" xmlns:xsd="http://www.w3.org/2001/XMLSchema" xmlns:xs="http://www.w3.org/2001/XMLSchema" xmlns:dms="http://schemas.microsoft.com/office/2006/documentManagement/types" elementFormDefault="qualified" targetNamespace="71af3243-3dd4-4a8d-8c0d-dd76da1f02a5">
    <xsd:import namespace="http://schemas.microsoft.com/office/2006/documentManagement/types"/>
    <xsd:import namespace="http://schemas.microsoft.com/office/infopath/2007/PartnerControls"/>
    <xsd:element ma:format="Dropdown" ma:index="2" ma:displayName="Status" name="Status" ma:internalName="Status" ma:default="Not started" ma:readOnly="false" nillable="tru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ma:format="Image" ma:index="3" ma:displayName="Image" name="Image" ma:internalName="Image" ma:readOnly="false" nillable="true">
      <xsd:complexType>
        <xsd:complexContent>
          <xsd:extension base="dms:URL">
            <xsd:sequence>
              <xsd:element type="dms:ValidUrl" name="Url" minOccurs="0" nillable="true"/>
              <xsd:element type="xsd:string" name="Description" nillable="true"/>
            </xsd:sequence>
          </xsd:extension>
        </xsd:complexContent>
      </xsd:complexType>
    </xsd:element>
    <xsd:element ma:index="8" ma:hidden="true" ma:displayName="MediaServiceMetadata" name="MediaServiceMetadata" ma:internalName="MediaServiceMetadata" ma:readOnly="true" nillable="true">
      <xsd:simpleType>
        <xsd:restriction base="dms:Note"/>
      </xsd:simpleType>
    </xsd:element>
    <xsd:element ma:index="9" ma:hidden="true" ma:displayName="MediaServiceFastMetadata" name="MediaServiceFastMetadata" ma:internalName="MediaServiceFastMetadata" ma:readOnly="true" nillable="true">
      <xsd:simpleType>
        <xsd:restriction base="dms:Note"/>
      </xsd:simpleType>
    </xsd:element>
    <xsd:element ma:index="10" ma:hidden="true" ma:displayName="MediaServiceOCR" name="MediaServiceOCR" ma:internalName="MediaServiceOCR" ma:readOnly="true" nillable="true">
      <xsd:simpleType>
        <xsd:restriction base="dms:Note"/>
      </xsd:simpleType>
    </xsd:element>
    <xsd:element ma:index="11" ma:hidden="true" ma:displayName="MediaServiceAutoTags" name="MediaServiceAutoTags" ma:internalName="MediaServiceAutoTags" ma:readOnly="true" nillable="true">
      <xsd:simpleType>
        <xsd:restriction base="dms:Text"/>
      </xsd:simpleType>
    </xsd:element>
    <xsd:element ma:index="12" ma:hidden="true" ma:displayName="MediaServiceEventHashCode" name="MediaServiceEventHashCode" ma:internalName="MediaServiceEventHashCode" ma:readOnly="true" nillable="true">
      <xsd:simpleType>
        <xsd:restriction base="dms:Text"/>
      </xsd:simpleType>
    </xsd:element>
    <xsd:element ma:index="13" ma:hidden="true" ma:displayName="MediaServiceGenerationTime" name="MediaServiceGenerationTime" ma:internalName="MediaServiceGenerationTime" ma:readOnly="true" nillable="true">
      <xsd:simpleType>
        <xsd:restriction base="dms:Text"/>
      </xsd:simpleType>
    </xsd:element>
    <xsd:element ma:index="16" ma:hidden="true" ma:displayName="MediaServiceAutoKeyPoints" name="MediaServiceAutoKeyPoints" ma:internalName="MediaServiceAutoKeyPoints" ma:readOnly="true" nillable="true">
      <xsd:simpleType>
        <xsd:restriction base="dms:Note"/>
      </xsd:simpleType>
    </xsd:element>
    <xsd:element ma:index="17" ma:hidden="true" ma:displayName="KeyPoints" name="MediaServiceKeyPoints" ma:internalName="MediaServiceKeyPoints" ma:readOnly="false" nillable="true">
      <xsd:simpleType>
        <xsd:restriction base="dms:Note"/>
      </xsd:simpleType>
    </xsd:element>
    <xsd:element ma:index="18" ma:hidden="true" ma:displayName="MediaServiceDateTaken" name="MediaServiceDateTaken" ma:internalName="MediaServiceDateTaken" ma:readOnly="true" nillable="true">
      <xsd:simpleType>
        <xsd:restriction base="dms:Text"/>
      </xsd:simpleType>
    </xsd:element>
    <xsd:element ma:termSetId="09814cd3-568e-fe90-9814-8d621ff8fb84" ma:index="25" ma:taxonomyFieldName="MediaServiceImageTags" ma:fieldId="{5cf76f15-5ced-4ddc-b409-7134ff3c332f}" ma:open="true" ma:displayName="Image Tags" name="ImageTagsTaxHTField" ma:taxonomyMulti="true" ma:internalName="ImageTagsTaxHTField" ma:anchorId="fba54fb3-c3e1-fe81-a776-ca4b69148c4d" ma:readOnly="false" nillable="true" ma:taxonomy="true" ma:isKeyword="false" ma:sspId="e385fb40-52d4-4fae-9c5b-3e8ff8a5878e">
      <xsd:complexType>
        <xsd:sequence>
          <xsd:element ref="pc:Terms" maxOccurs="1" minOccurs="0"/>
        </xsd:sequence>
      </xsd:complexType>
    </xsd:element>
    <xsd:element ma:index="26" ma:hidden="true" ma:displayName="Location" name="MediaServiceLocation" ma:internalName="MediaServiceLocation" ma:readOnly="true" nillable="true">
      <xsd:simpleType>
        <xsd:restriction base="dms:Text"/>
      </xsd:simpleType>
    </xsd:element>
    <xsd:element ma:index="27" ma:hidden="true" ma:displayName="MediaLengthInSeconds" name="MediaLengthInSeconds" ma:internalName="MediaLengthInSeconds" ma:readOnly="true" nillable="true">
      <xsd:simpleType>
        <xsd:restriction base="dms:Unknown"/>
      </xsd:simpleType>
    </xsd:element>
    <xsd:element ma:format="Dropdown" ma:index="28" ma:displayName="Background" name="Background" ma:internalName="Background" ma:default="0" nillable="true">
      <xsd:simpleType>
        <xsd:restriction base="dms:Boolean"/>
      </xsd:simpleType>
    </xsd:element>
    <xsd:element ma:index="29" ma:hidden="true" ma:displayName="MediaServiceSearchProperties" name="MediaServiceSearchProperties" ma:internalName="MediaServiceSearchProperties" ma:readOnly="true" nillable="true">
      <xsd:simpleType>
        <xsd:restriction base="dms:Note"/>
      </xsd:simpleType>
    </xsd:element>
    <xsd:element ma:index="30" ma:hidden="true" ma:displayName="MediaServiceDocTags" name="MediaServiceDocTags" ma:internalName="MediaServiceDocTags" ma:readOnly="true" nillable="true">
      <xsd:simpleType>
        <xsd:restriction base="dms:Note"/>
      </xsd:simpleType>
    </xsd:element>
    <xsd:element ma:index="31" ma:hidden="true" ma:displayName="MediaServiceObjectDetectorVersions" ma:indexed="true" name="MediaServiceObjectDetectorVersions" ma:description="" ma:internalName="MediaServiceObjectDetectorVersions" ma:readOnly="true" nillable="true">
      <xsd:simpleType>
        <xsd:restriction base="dms:Text"/>
      </xsd:simpleType>
    </xsd:element>
    <xsd:element ma:index="32" ma:hidden="true" ma:displayName="MediaServiceSystemTags" name="MediaServiceSystemTags" ma:internalName="MediaServiceSystemTags" ma:readOnly="true" nillable="true">
      <xsd:simpleType>
        <xsd:restriction base="dms:Note"/>
      </xsd:simpleType>
    </xsd:element>
  </xsd:schema>
  <xsd:schema xmlns:pc="http://schemas.microsoft.com/office/infopath/2007/PartnerControls" xmlns:xsd="http://www.w3.org/2001/XMLSchema" xmlns:xs="http://www.w3.org/2001/XMLSchema" xmlns:dms="http://schemas.microsoft.com/office/2006/documentManagement/types" elementFormDefault="qualified" targetNamespace="16c05727-aa75-4e4a-9b5f-8a80a1165891">
    <xsd:import namespace="http://schemas.microsoft.com/office/2006/documentManagement/types"/>
    <xsd:import namespace="http://schemas.microsoft.com/office/infopath/2007/PartnerControls"/>
    <xsd:element ma:index="14" ma:hidden="true" ma:displayName="Shared With" name="SharedWithUsers" ma:internalName="SharedWithUsers" ma:readOnly="true" nillable="true">
      <xsd:complexType>
        <xsd:complexContent>
          <xsd:extension base="dms:UserMulti">
            <xsd:sequence>
              <xsd:element name="UserInfo" maxOccurs="unbounded" minOccurs="0">
                <xsd:complexType>
                  <xsd:sequence>
                    <xsd:element type="xsd:string" name="DisplayName" minOccurs="0"/>
                    <xsd:element type="dms:UserId" name="AccountId" minOccurs="0" nillable="true"/>
                    <xsd:element type="xsd:string" name="AccountType" minOccurs="0"/>
                  </xsd:sequence>
                </xsd:complexType>
              </xsd:element>
            </xsd:sequence>
          </xsd:extension>
        </xsd:complexContent>
      </xsd:complexType>
    </xsd:element>
    <xsd:element ma:index="15" ma:hidden="true" ma:displayName="Shared With Details" name="SharedWithDetails" ma:internalName="SharedWithDetails" ma:readOnly="true" nillable="true">
      <xsd:simpleType>
        <xsd:restriction base="dms:Note"/>
      </xsd:simpleType>
    </xsd:element>
  </xsd:schema>
  <xsd:schema xmlns:pc="http://schemas.microsoft.com/office/infopath/2007/PartnerControls" xmlns:xsd="http://www.w3.org/2001/XMLSchema" xmlns:xs="http://www.w3.org/2001/XMLSchema" xmlns:dms="http://schemas.microsoft.com/office/2006/documentManagement/types" elementFormDefault="qualified" targetNamespace="230e9df3-be65-4c73-a93b-d1236ebd677e">
    <xsd:import namespace="http://schemas.microsoft.com/office/2006/documentManagement/types"/>
    <xsd:import namespace="http://schemas.microsoft.com/office/infopath/2007/PartnerControls"/>
    <xsd:element ma:index="23" ma:list="{3f6bfcbc-3db3-4ae6-bd76-326f0798ad28}" ma:hidden="true" ma:displayName="Taxonomy Catch All Column" name="TaxCatchAll" ma:internalName="TaxCatchAll" ma:web="16c05727-aa75-4e4a-9b5f-8a80a1165891" ma:readOnly="false" ma:showField="CatchAllData" nillable="true">
      <xsd:complexType>
        <xsd:complexContent>
          <xsd:extension base="dms:MultiChoiceLookup">
            <xsd:sequence>
              <xsd:element type="dms:Lookup" name="Value" maxOccurs="unbounded" minOccurs="0" nillable="true"/>
            </xsd:sequence>
          </xsd:extension>
        </xsd:complexContent>
      </xsd:complexType>
    </xsd:element>
  </xsd:schema>
  <xsd:schema xmlns:dc="http://purl.org/dc/elements/1.1/" xmlns:dcterms="http://purl.org/dc/terms/" xmlns:odoc="http://schemas.microsoft.com/internal/obd" xmlns:xsd="http://www.w3.org/2001/XMLSchema" xmlns="http://schemas.openxmlformats.org/package/2006/metadata/core-properties" xmlns:xsi="http://www.w3.org/2001/XMLSchema-instance" elementFormDefault="qualified" targetNamespace="http://schemas.openxmlformats.org/package/2006/metadata/core-properties" attributeFormDefault="unqualified" blockDefault="#all">
    <xsd:import schemaLocation="http://dublincore.org/schemas/xmls/qdc/2003/04/02/dc.xsd" namespace="http://purl.org/dc/elements/1.1/"/>
    <xsd:import schemaLocation="http://dublincore.org/schemas/xmls/qdc/2003/04/02/dcterms.xsd" namespace="http://purl.org/dc/terms/"/>
    <xsd:element type="CT_coreProperties" name="coreProperties"/>
    <xsd:complexType name="CT_coreProperties">
      <xsd:all>
        <xsd:element ref="dc:creator" maxOccurs="1" minOccurs="0"/>
        <xsd:element ref="dcterms:created" maxOccurs="1" minOccurs="0"/>
        <xsd:element ref="dc:identifier" maxOccurs="1" minOccurs="0"/>
        <xsd:element type="xsd:string" ma:displayName="Content Type" name="contentType" maxOccurs="1" minOccurs="0"/>
        <xsd:element ma:index="1" ma:displayName="Title" ref="dc:title" maxOccurs="1" minOccurs="0"/>
        <xsd:element ref="dc:subject" maxOccurs="1" minOccurs="0"/>
        <xsd:element ref="dc:description" maxOccurs="1" minOccurs="0"/>
        <xsd:element type="xsd:string" name="keywords" maxOccurs="1" minOccurs="0"/>
        <xsd:element ref="dc:language" maxOccurs="1" minOccurs="0"/>
        <xsd:element type="xsd:string" name="category" maxOccurs="1" minOccurs="0"/>
        <xsd:element type="xsd:string" name="version" maxOccurs="1" minOccurs="0"/>
        <xsd:element type="xsd:string" name="revision" maxOccurs="1" minOccurs="0">
          <xsd:annotation>
            <xsd:documentation>
                        This value indicates the number of saves or revisions. The application is responsible for updating this value after each revision.
                    </xsd:documentation>
          </xsd:annotation>
        </xsd:element>
        <xsd:element type="xsd:string" name="lastModifiedBy" maxOccurs="1" minOccurs="0"/>
        <xsd:element ref="dcterms:modified" maxOccurs="1" minOccurs="0"/>
        <xsd:element type="xsd:string" name="contentStatus" maxOccurs="1" minOccurs="0"/>
      </xsd:all>
    </xsd:complexType>
  </xsd:schema>
  <xs:schema xmlns:pc="http://schemas.microsoft.com/office/infopath/2007/PartnerControls" xmlns:xs="http://www.w3.org/2001/XMLSchema" elementFormDefault="qualified" targetNamespace="http://schemas.microsoft.com/office/infopath/2007/PartnerControls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type="xs:string" name="DisplayName"/>
    <xs:element type="xs:string" name="AccountId"/>
    <xs:element type="xs:string" name="AccountType"/>
    <xs:element name="BDCAssociatedEntity">
      <xs:complexType>
        <xs:sequence>
          <xs:element ref="pc:BDCEntity" maxOccurs="unbounded" minOccurs="0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type="xs:string" name="EntityNamespace"/>
    <xs:attribute type="xs:string" name="EntityName"/>
    <xs:attribute type="xs:string" name="SystemInstanceName"/>
    <xs:attribute type="xs:string" name="AssociationName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type="xs:string" name="EntityDisplayName"/>
    <xs:element type="xs:string" name="EntityInstanceReference"/>
    <xs:element type="xs:string" name="EntityId1"/>
    <xs:element type="xs:string" name="EntityId2"/>
    <xs:element type="xs:string" name="EntityId3"/>
    <xs:element type="xs:string" name="EntityId4"/>
    <xs:element type="xs:string" name="EntityId5"/>
    <xs:element name="Terms">
      <xs:complexType>
        <xs:sequence>
          <xs:element ref="pc:TermInfo" maxOccurs="unbounded" minOccurs="0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type="xs:string" name="TermName"/>
    <xs:element type="xs:string" name="TermId"/>
  </xs:schema>
</ct:contentTypeSchema>
</file>

<file path=customXml/itemProps1.xml><?xml version="1.0" encoding="utf-8"?>
<ds:datastoreItem xmlns:ds="http://schemas.openxmlformats.org/officeDocument/2006/customXml" ds:itemID="{F5C14155-A57F-48FA-B253-A79CB6269DDC}">
  <ds:schemaRefs/>
</ds:datastoreItem>
</file>

<file path=customXml/itemProps2.xml><?xml version="1.0" encoding="utf-8"?>
<ds:datastoreItem xmlns:ds="http://schemas.openxmlformats.org/officeDocument/2006/customXml" ds:itemID="{89316C43-4A17-4971-BB8F-F0F6B8CDF2E0}">
  <ds:schemaRefs/>
</ds:datastoreItem>
</file>

<file path=customXml/itemProps3.xml><?xml version="1.0" encoding="utf-8"?>
<ds:datastoreItem xmlns:ds="http://schemas.openxmlformats.org/officeDocument/2006/customXml" ds:itemID="{BC2A85E2-5219-4B5F-9D52-D97CA94AAB32}">
  <ds:schemaRefs/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WPS Presentation</Application>
  <PresentationFormat>Widescreen</PresentationFormat>
  <Paragraphs>0</Paragraphs>
  <Slides>0</Slides>
  <Notes>13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0</vt:i4>
      </vt:variant>
    </vt:vector>
  </HeadingPairs>
  <TitlesOfParts>
    <vt:vector size="14" baseType="lpstr">
      <vt:lpstr>Arial</vt:lpstr>
      <vt:lpstr>SimSun</vt:lpstr>
      <vt:lpstr>Wingdings</vt:lpstr>
      <vt:lpstr>Gill Sans MT</vt:lpstr>
      <vt:lpstr>苹方-简</vt:lpstr>
      <vt:lpstr>Microsoft YaHei</vt:lpstr>
      <vt:lpstr>汉仪旗黑</vt:lpstr>
      <vt:lpstr>Arial Unicode MS</vt:lpstr>
      <vt:lpstr>Calibri</vt:lpstr>
      <vt:lpstr>Helvetica Neue</vt:lpstr>
      <vt:lpstr>Aptos</vt:lpstr>
      <vt:lpstr>SF Pro Display Regular</vt:lpstr>
      <vt:lpstr>汉仪书宋二KW</vt:lpstr>
      <vt:lpstr>Parcel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Public speaking solutions</dc:title>
  <dc:creator/>
  <cp:lastModifiedBy>微信用户</cp:lastModifiedBy>
  <cp:revision>1</cp:revision>
  <dcterms:created xsi:type="dcterms:W3CDTF">2025-08-10T07:17:41Z</dcterms:created>
  <dcterms:modified xsi:type="dcterms:W3CDTF">2025-08-10T07:17:41Z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  <property fmtid="{D5CDD505-2E9C-101B-9397-08002B2CF9AE}" pid="4" name="ICV">
    <vt:lpwstr>B98D01A4B62719E69547986884EDEE2E_42</vt:lpwstr>
  </property>
  <property fmtid="{D5CDD505-2E9C-101B-9397-08002B2CF9AE}" pid="5" name="KSOProductBuildVer">
    <vt:lpwstr>1033-12.1.22218.22218</vt:lpwstr>
  </property>
</Properties>
</file>